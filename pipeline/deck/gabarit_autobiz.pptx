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/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9169A5-17C3-4D7E-991E-7642FD894D8E}">
          <p14:sldIdLst>
            <p14:sldId id="2147472910"/>
            <p14:sldId id="2147472974"/>
            <p14:sldId id="2147472875"/>
            <p14:sldId id="2147472911"/>
            <p14:sldId id="2147472901"/>
            <p14:sldId id="2147472491"/>
            <p14:sldId id="2147472929"/>
            <p14:sldId id="2147472930"/>
            <p14:sldId id="2147473018"/>
            <p14:sldId id="2147473017"/>
            <p14:sldId id="2147472492"/>
            <p14:sldId id="2147472912"/>
            <p14:sldId id="2147472837"/>
            <p14:sldId id="2147472975"/>
            <p14:sldId id="2147472988"/>
            <p14:sldId id="2147472987"/>
            <p14:sldId id="2147472943"/>
            <p14:sldId id="2147472989"/>
            <p14:sldId id="2147473015"/>
            <p14:sldId id="2147472976"/>
            <p14:sldId id="2147472843"/>
            <p14:sldId id="2147472845"/>
            <p14:sldId id="2147472926"/>
            <p14:sldId id="2147472880"/>
            <p14:sldId id="2147472848"/>
            <p14:sldId id="2147472927"/>
            <p14:sldId id="2147472881"/>
            <p14:sldId id="2147472851"/>
            <p14:sldId id="2147472992"/>
            <p14:sldId id="2147472981"/>
            <p14:sldId id="2147472982"/>
            <p14:sldId id="2147473019"/>
            <p14:sldId id="2147472883"/>
            <p14:sldId id="2147472850"/>
            <p14:sldId id="2147472983"/>
            <p14:sldId id="2147472984"/>
            <p14:sldId id="2147472890"/>
            <p14:sldId id="2147472856"/>
            <p14:sldId id="2147473020"/>
            <p14:sldId id="2147472913"/>
            <p14:sldId id="2147472914"/>
            <p14:sldId id="2147473021"/>
            <p14:sldId id="2147472986"/>
            <p14:sldId id="2147472915"/>
            <p14:sldId id="2147472916"/>
            <p14:sldId id="2147473022"/>
            <p14:sldId id="2147473002"/>
            <p14:sldId id="2147473003"/>
            <p14:sldId id="2147473016"/>
            <p14:sldId id="2147473005"/>
            <p14:sldId id="2147472977"/>
            <p14:sldId id="2147472966"/>
            <p14:sldId id="2147472979"/>
            <p14:sldId id="2147473006"/>
            <p14:sldId id="2147473008"/>
            <p14:sldId id="2147473007"/>
            <p14:sldId id="21474725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9FD8E2-3B88-E78F-9C23-77EC1DA778B0}" name="Marie-Adélaïde Freymuth" initials="MF" userId="S::ma.freymuth@autobiz.com::5192debb-cd52-4035-bb40-bb365f7d6e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VAUCELLE" initials="SV" lastIdx="3" clrIdx="0">
    <p:extLst>
      <p:ext uri="{19B8F6BF-5375-455C-9EA6-DF929625EA0E}">
        <p15:presenceInfo xmlns:p15="http://schemas.microsoft.com/office/powerpoint/2012/main" userId="S-1-5-21-4015772884-1558307891-1633393085-36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00"/>
    <a:srgbClr val="DDEBF7"/>
    <a:srgbClr val="043882"/>
    <a:srgbClr val="C0C0C0"/>
    <a:srgbClr val="F3F8FF"/>
    <a:srgbClr val="44546A"/>
    <a:srgbClr val="009246"/>
    <a:srgbClr val="5F6893"/>
    <a:srgbClr val="FEFEFE"/>
    <a:srgbClr val="FFF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8D255-427B-4EB2-8286-6BB5204AF568}" v="38" dt="2026-10-10T06:58:18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7" autoAdjust="0"/>
    <p:restoredTop sz="94660"/>
  </p:normalViewPr>
  <p:slideViewPr>
    <p:cSldViewPr snapToGrid="0">
      <p:cViewPr>
        <p:scale>
          <a:sx n="110" d="100"/>
          <a:sy n="110" d="100"/>
        </p:scale>
        <p:origin x="8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2" Type="http://schemas.openxmlformats.org/officeDocument/2006/relationships/notesMaster" Target="notesMasters/notesMaster1.xml"/><Relationship Id="rId63" Type="http://schemas.openxmlformats.org/officeDocument/2006/relationships/handoutMaster" Target="handoutMasters/handoutMaster1.xml"/><Relationship Id="rId64" Type="http://schemas.openxmlformats.org/officeDocument/2006/relationships/commentAuthors" Target="commentAuthors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6/11/relationships/changesInfo" Target="changesInfos/changesInfo1.xml"/><Relationship Id="rId70" Type="http://schemas.microsoft.com/office/2015/10/relationships/revisionInfo" Target="revisionInfo.xml"/><Relationship Id="rId7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him MOUMNI" userId="ba68a41e-9c37-4353-8b10-c2f699dfe727" providerId="ADAL" clId="{6764DE22-E822-4CBD-8C16-B254B8EEFE9A}"/>
    <pc:docChg chg="undo redo custSel addSld delSld modSld sldOrd modSection">
      <pc:chgData name="Brahim MOUMNI" userId="ba68a41e-9c37-4353-8b10-c2f699dfe727" providerId="ADAL" clId="{6764DE22-E822-4CBD-8C16-B254B8EEFE9A}" dt="2026-10-10T06:59:05.659" v="4311" actId="20577"/>
      <pc:docMkLst>
        <pc:docMk/>
      </pc:docMkLst>
      <pc:sldChg chg="addSp delSp modSp mod">
        <pc:chgData name="Brahim MOUMNI" userId="ba68a41e-9c37-4353-8b10-c2f699dfe727" providerId="ADAL" clId="{6764DE22-E822-4CBD-8C16-B254B8EEFE9A}" dt="2026-10-09T14:51:55.082" v="3610" actId="20577"/>
        <pc:sldMkLst>
          <pc:docMk/>
          <pc:sldMk cId="1944942642" sldId="2147472491"/>
        </pc:sldMkLst>
        <pc:spChg chg="mod">
          <ac:chgData name="Brahim MOUMNI" userId="ba68a41e-9c37-4353-8b10-c2f699dfe727" providerId="ADAL" clId="{6764DE22-E822-4CBD-8C16-B254B8EEFE9A}" dt="2026-10-09T14:51:55.082" v="3610" actId="20577"/>
          <ac:spMkLst>
            <pc:docMk/>
            <pc:sldMk cId="1944942642" sldId="2147472491"/>
            <ac:spMk id="10" creationId="{276DD321-0330-6D05-7F7E-46BD253A0C78}"/>
          </ac:spMkLst>
        </pc:spChg>
        <pc:picChg chg="add mod">
          <ac:chgData name="Brahim MOUMNI" userId="ba68a41e-9c37-4353-8b10-c2f699dfe727" providerId="ADAL" clId="{6764DE22-E822-4CBD-8C16-B254B8EEFE9A}" dt="2026-10-08T11:04:03.887" v="616" actId="14100"/>
          <ac:picMkLst>
            <pc:docMk/>
            <pc:sldMk cId="1944942642" sldId="2147472491"/>
            <ac:picMk id="8" creationId="{2272E504-20D2-D087-03CA-EFCE4D7F82E2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2:19:57.762" v="1097" actId="20577"/>
        <pc:sldMkLst>
          <pc:docMk/>
          <pc:sldMk cId="2751796345" sldId="2147472492"/>
        </pc:sldMkLst>
        <pc:spChg chg="mod">
          <ac:chgData name="Brahim MOUMNI" userId="ba68a41e-9c37-4353-8b10-c2f699dfe727" providerId="ADAL" clId="{6764DE22-E822-4CBD-8C16-B254B8EEFE9A}" dt="2026-10-08T12:19:57.762" v="1097" actId="20577"/>
          <ac:spMkLst>
            <pc:docMk/>
            <pc:sldMk cId="2751796345" sldId="2147472492"/>
            <ac:spMk id="2" creationId="{69CCC496-0D35-91A6-DBE3-5D3EB4F4D380}"/>
          </ac:spMkLst>
        </pc:spChg>
        <pc:spChg chg="mod">
          <ac:chgData name="Brahim MOUMNI" userId="ba68a41e-9c37-4353-8b10-c2f699dfe727" providerId="ADAL" clId="{6764DE22-E822-4CBD-8C16-B254B8EEFE9A}" dt="2026-10-08T12:16:35.090" v="1063" actId="20577"/>
          <ac:spMkLst>
            <pc:docMk/>
            <pc:sldMk cId="2751796345" sldId="2147472492"/>
            <ac:spMk id="26" creationId="{F5BFA0CE-E80A-F807-62BF-D8397F00B939}"/>
          </ac:spMkLst>
        </pc:spChg>
        <pc:picChg chg="add mod">
          <ac:chgData name="Brahim MOUMNI" userId="ba68a41e-9c37-4353-8b10-c2f699dfe727" providerId="ADAL" clId="{6764DE22-E822-4CBD-8C16-B254B8EEFE9A}" dt="2026-10-08T12:12:03.521" v="973" actId="14100"/>
          <ac:picMkLst>
            <pc:docMk/>
            <pc:sldMk cId="2751796345" sldId="2147472492"/>
            <ac:picMk id="9" creationId="{DD3297FA-D482-3DD2-8585-9574AC5FB387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07:59.851" v="3696" actId="6549"/>
        <pc:sldMkLst>
          <pc:docMk/>
          <pc:sldMk cId="1801541394" sldId="2147472837"/>
        </pc:sldMkLst>
        <pc:spChg chg="mod">
          <ac:chgData name="Brahim MOUMNI" userId="ba68a41e-9c37-4353-8b10-c2f699dfe727" providerId="ADAL" clId="{6764DE22-E822-4CBD-8C16-B254B8EEFE9A}" dt="2026-10-08T12:20:13.144" v="1101" actId="20577"/>
          <ac:spMkLst>
            <pc:docMk/>
            <pc:sldMk cId="1801541394" sldId="2147472837"/>
            <ac:spMk id="2" creationId="{11C57AEE-812A-BDBF-618F-4472C882A028}"/>
          </ac:spMkLst>
        </pc:spChg>
        <pc:spChg chg="mod">
          <ac:chgData name="Brahim MOUMNI" userId="ba68a41e-9c37-4353-8b10-c2f699dfe727" providerId="ADAL" clId="{6764DE22-E822-4CBD-8C16-B254B8EEFE9A}" dt="2026-10-08T12:29:28.079" v="1118" actId="1037"/>
          <ac:spMkLst>
            <pc:docMk/>
            <pc:sldMk cId="1801541394" sldId="2147472837"/>
            <ac:spMk id="15" creationId="{78E999E4-76AD-64F8-FA66-56B30105919B}"/>
          </ac:spMkLst>
        </pc:spChg>
        <pc:spChg chg="mod">
          <ac:chgData name="Brahim MOUMNI" userId="ba68a41e-9c37-4353-8b10-c2f699dfe727" providerId="ADAL" clId="{6764DE22-E822-4CBD-8C16-B254B8EEFE9A}" dt="2026-10-08T12:29:28.079" v="1118" actId="1037"/>
          <ac:spMkLst>
            <pc:docMk/>
            <pc:sldMk cId="1801541394" sldId="2147472837"/>
            <ac:spMk id="16" creationId="{92B43486-2436-A8D4-9023-B08136E54109}"/>
          </ac:spMkLst>
        </pc:spChg>
        <pc:spChg chg="mod">
          <ac:chgData name="Brahim MOUMNI" userId="ba68a41e-9c37-4353-8b10-c2f699dfe727" providerId="ADAL" clId="{6764DE22-E822-4CBD-8C16-B254B8EEFE9A}" dt="2026-10-08T12:29:28.079" v="1118" actId="1037"/>
          <ac:spMkLst>
            <pc:docMk/>
            <pc:sldMk cId="1801541394" sldId="2147472837"/>
            <ac:spMk id="20" creationId="{0E2B8AD0-DE87-5A8C-FCB4-070975C14ACB}"/>
          </ac:spMkLst>
        </pc:spChg>
        <pc:spChg chg="mod">
          <ac:chgData name="Brahim MOUMNI" userId="ba68a41e-9c37-4353-8b10-c2f699dfe727" providerId="ADAL" clId="{6764DE22-E822-4CBD-8C16-B254B8EEFE9A}" dt="2026-10-10T06:07:59.851" v="3696" actId="6549"/>
          <ac:spMkLst>
            <pc:docMk/>
            <pc:sldMk cId="1801541394" sldId="2147472837"/>
            <ac:spMk id="30" creationId="{6BCAB24B-C09D-60E5-9585-6DBC7220149A}"/>
          </ac:spMkLst>
        </pc:spChg>
        <pc:picChg chg="add mod">
          <ac:chgData name="Brahim MOUMNI" userId="ba68a41e-9c37-4353-8b10-c2f699dfe727" providerId="ADAL" clId="{6764DE22-E822-4CBD-8C16-B254B8EEFE9A}" dt="2026-10-10T06:07:24.947" v="3681" actId="1076"/>
          <ac:picMkLst>
            <pc:docMk/>
            <pc:sldMk cId="1801541394" sldId="2147472837"/>
            <ac:picMk id="7" creationId="{7829A0CF-4837-93B1-ABE6-5E0152975D56}"/>
          </ac:picMkLst>
        </pc:picChg>
        <pc:picChg chg="add mod">
          <ac:chgData name="Brahim MOUMNI" userId="ba68a41e-9c37-4353-8b10-c2f699dfe727" providerId="ADAL" clId="{6764DE22-E822-4CBD-8C16-B254B8EEFE9A}" dt="2026-10-08T12:30:28.958" v="1128" actId="1076"/>
          <ac:picMkLst>
            <pc:docMk/>
            <pc:sldMk cId="1801541394" sldId="2147472837"/>
            <ac:picMk id="9" creationId="{DB052495-41E8-BE91-C968-01F5EF32E4D2}"/>
          </ac:picMkLst>
        </pc:picChg>
        <pc:picChg chg="add mod">
          <ac:chgData name="Brahim MOUMNI" userId="ba68a41e-9c37-4353-8b10-c2f699dfe727" providerId="ADAL" clId="{6764DE22-E822-4CBD-8C16-B254B8EEFE9A}" dt="2026-10-08T12:29:28.079" v="1118" actId="1037"/>
          <ac:picMkLst>
            <pc:docMk/>
            <pc:sldMk cId="1801541394" sldId="2147472837"/>
            <ac:picMk id="10" creationId="{9467DFFC-D97D-056A-D91D-F348F32F3A7A}"/>
          </ac:picMkLst>
        </pc:picChg>
        <pc:picChg chg="mod">
          <ac:chgData name="Brahim MOUMNI" userId="ba68a41e-9c37-4353-8b10-c2f699dfe727" providerId="ADAL" clId="{6764DE22-E822-4CBD-8C16-B254B8EEFE9A}" dt="2026-10-08T12:29:28.079" v="1118" actId="1037"/>
          <ac:picMkLst>
            <pc:docMk/>
            <pc:sldMk cId="1801541394" sldId="2147472837"/>
            <ac:picMk id="13" creationId="{F08466A9-EC33-BEE2-92E7-DABDF458900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34:33.766" v="4013" actId="20577"/>
        <pc:sldMkLst>
          <pc:docMk/>
          <pc:sldMk cId="1113741664" sldId="2147472843"/>
        </pc:sldMkLst>
        <pc:spChg chg="mod">
          <ac:chgData name="Brahim MOUMNI" userId="ba68a41e-9c37-4353-8b10-c2f699dfe727" providerId="ADAL" clId="{6764DE22-E822-4CBD-8C16-B254B8EEFE9A}" dt="2026-10-08T14:40:18.617" v="1464" actId="20577"/>
          <ac:spMkLst>
            <pc:docMk/>
            <pc:sldMk cId="1113741664" sldId="2147472843"/>
            <ac:spMk id="3" creationId="{B8A758F4-E252-DE59-95AB-513C3A72C17D}"/>
          </ac:spMkLst>
        </pc:spChg>
        <pc:spChg chg="mod">
          <ac:chgData name="Brahim MOUMNI" userId="ba68a41e-9c37-4353-8b10-c2f699dfe727" providerId="ADAL" clId="{6764DE22-E822-4CBD-8C16-B254B8EEFE9A}" dt="2026-10-10T06:34:33.766" v="4013" actId="20577"/>
          <ac:spMkLst>
            <pc:docMk/>
            <pc:sldMk cId="1113741664" sldId="2147472843"/>
            <ac:spMk id="30" creationId="{062A4058-D6C9-875C-6189-D16C8E23F172}"/>
          </ac:spMkLst>
        </pc:spChg>
        <pc:picChg chg="add mod">
          <ac:chgData name="Brahim MOUMNI" userId="ba68a41e-9c37-4353-8b10-c2f699dfe727" providerId="ADAL" clId="{6764DE22-E822-4CBD-8C16-B254B8EEFE9A}" dt="2026-10-08T15:10:17.394" v="1488" actId="1076"/>
          <ac:picMkLst>
            <pc:docMk/>
            <pc:sldMk cId="1113741664" sldId="2147472843"/>
            <ac:picMk id="8" creationId="{6AD14C37-4E89-73F2-F462-E2621172AB29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56:05.413" v="4199"/>
        <pc:sldMkLst>
          <pc:docMk/>
          <pc:sldMk cId="756363248" sldId="2147472845"/>
        </pc:sldMkLst>
        <pc:spChg chg="mod">
          <ac:chgData name="Brahim MOUMNI" userId="ba68a41e-9c37-4353-8b10-c2f699dfe727" providerId="ADAL" clId="{6764DE22-E822-4CBD-8C16-B254B8EEFE9A}" dt="2026-10-08T15:10:51.986" v="1495" actId="20577"/>
          <ac:spMkLst>
            <pc:docMk/>
            <pc:sldMk cId="756363248" sldId="2147472845"/>
            <ac:spMk id="3" creationId="{D78FA255-C892-1EA6-3179-37B39F8673B9}"/>
          </ac:spMkLst>
        </pc:spChg>
        <pc:spChg chg="del mod">
          <ac:chgData name="Brahim MOUMNI" userId="ba68a41e-9c37-4353-8b10-c2f699dfe727" providerId="ADAL" clId="{6764DE22-E822-4CBD-8C16-B254B8EEFE9A}" dt="2026-10-10T06:40:53.510" v="4099" actId="478"/>
          <ac:spMkLst>
            <pc:docMk/>
            <pc:sldMk cId="756363248" sldId="2147472845"/>
            <ac:spMk id="13" creationId="{73D4F413-E731-418F-E8A1-FF11A08C2BA0}"/>
          </ac:spMkLst>
        </pc:spChg>
        <pc:spChg chg="mod">
          <ac:chgData name="Brahim MOUMNI" userId="ba68a41e-9c37-4353-8b10-c2f699dfe727" providerId="ADAL" clId="{6764DE22-E822-4CBD-8C16-B254B8EEFE9A}" dt="2026-10-10T06:56:05.413" v="4199"/>
          <ac:spMkLst>
            <pc:docMk/>
            <pc:sldMk cId="756363248" sldId="2147472845"/>
            <ac:spMk id="19" creationId="{DB945291-75AC-3D60-B1F7-5B1A98EFC195}"/>
          </ac:spMkLst>
        </pc:spChg>
        <pc:picChg chg="add mod ord">
          <ac:chgData name="Brahim MOUMNI" userId="ba68a41e-9c37-4353-8b10-c2f699dfe727" providerId="ADAL" clId="{6764DE22-E822-4CBD-8C16-B254B8EEFE9A}" dt="2026-10-10T06:40:05.924" v="4092" actId="167"/>
          <ac:picMkLst>
            <pc:docMk/>
            <pc:sldMk cId="756363248" sldId="2147472845"/>
            <ac:picMk id="15" creationId="{2C7670FE-B52A-F1B5-5CDC-30BBE3119455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56:53.258" v="4219" actId="6549"/>
        <pc:sldMkLst>
          <pc:docMk/>
          <pc:sldMk cId="3001767621" sldId="2147472848"/>
        </pc:sldMkLst>
        <pc:spChg chg="mod">
          <ac:chgData name="Brahim MOUMNI" userId="ba68a41e-9c37-4353-8b10-c2f699dfe727" providerId="ADAL" clId="{6764DE22-E822-4CBD-8C16-B254B8EEFE9A}" dt="2026-10-08T19:03:51.065" v="1776" actId="20577"/>
          <ac:spMkLst>
            <pc:docMk/>
            <pc:sldMk cId="3001767621" sldId="2147472848"/>
            <ac:spMk id="3" creationId="{EC845E24-6BCE-C3C6-6737-6F5B5AF8BAA2}"/>
          </ac:spMkLst>
        </pc:spChg>
        <pc:spChg chg="mod">
          <ac:chgData name="Brahim MOUMNI" userId="ba68a41e-9c37-4353-8b10-c2f699dfe727" providerId="ADAL" clId="{6764DE22-E822-4CBD-8C16-B254B8EEFE9A}" dt="2026-10-10T06:56:53.258" v="4219" actId="6549"/>
          <ac:spMkLst>
            <pc:docMk/>
            <pc:sldMk cId="3001767621" sldId="2147472848"/>
            <ac:spMk id="19" creationId="{6282825F-2571-EF01-61C4-54B03F14913A}"/>
          </ac:spMkLst>
        </pc:spChg>
        <pc:picChg chg="add mod">
          <ac:chgData name="Brahim MOUMNI" userId="ba68a41e-9c37-4353-8b10-c2f699dfe727" providerId="ADAL" clId="{6764DE22-E822-4CBD-8C16-B254B8EEFE9A}" dt="2026-10-08T19:03:48.763" v="1774" actId="1076"/>
          <ac:picMkLst>
            <pc:docMk/>
            <pc:sldMk cId="3001767621" sldId="2147472848"/>
            <ac:picMk id="11" creationId="{871800AC-D8D8-7B01-87E8-5899B88F8A2C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0:58:52.987" v="2404" actId="20577"/>
        <pc:sldMkLst>
          <pc:docMk/>
          <pc:sldMk cId="3111741910" sldId="2147472850"/>
        </pc:sldMkLst>
        <pc:spChg chg="mod">
          <ac:chgData name="Brahim MOUMNI" userId="ba68a41e-9c37-4353-8b10-c2f699dfe727" providerId="ADAL" clId="{6764DE22-E822-4CBD-8C16-B254B8EEFE9A}" dt="2026-10-08T20:58:06.641" v="2385" actId="20577"/>
          <ac:spMkLst>
            <pc:docMk/>
            <pc:sldMk cId="3111741910" sldId="2147472850"/>
            <ac:spMk id="3" creationId="{1CA02FE7-FC4D-AC51-FA29-545E4904C70A}"/>
          </ac:spMkLst>
        </pc:spChg>
        <pc:spChg chg="mod">
          <ac:chgData name="Brahim MOUMNI" userId="ba68a41e-9c37-4353-8b10-c2f699dfe727" providerId="ADAL" clId="{6764DE22-E822-4CBD-8C16-B254B8EEFE9A}" dt="2026-10-08T20:58:52.987" v="2404" actId="20577"/>
          <ac:spMkLst>
            <pc:docMk/>
            <pc:sldMk cId="3111741910" sldId="2147472850"/>
            <ac:spMk id="19" creationId="{BB07D2EB-63E2-DDCD-D815-28500C30545F}"/>
          </ac:spMkLst>
        </pc:spChg>
        <pc:picChg chg="add mod">
          <ac:chgData name="Brahim MOUMNI" userId="ba68a41e-9c37-4353-8b10-c2f699dfe727" providerId="ADAL" clId="{6764DE22-E822-4CBD-8C16-B254B8EEFE9A}" dt="2026-10-07T14:45:04.106" v="283" actId="14100"/>
          <ac:picMkLst>
            <pc:docMk/>
            <pc:sldMk cId="3111741910" sldId="2147472850"/>
            <ac:picMk id="11" creationId="{9EBA7783-2489-E5FC-8132-12A18E581C7B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57:49.698" v="4237" actId="20577"/>
        <pc:sldMkLst>
          <pc:docMk/>
          <pc:sldMk cId="2385018694" sldId="2147472851"/>
        </pc:sldMkLst>
        <pc:spChg chg="mod">
          <ac:chgData name="Brahim MOUMNI" userId="ba68a41e-9c37-4353-8b10-c2f699dfe727" providerId="ADAL" clId="{6764DE22-E822-4CBD-8C16-B254B8EEFE9A}" dt="2026-10-08T19:31:20.444" v="2036" actId="1076"/>
          <ac:spMkLst>
            <pc:docMk/>
            <pc:sldMk cId="2385018694" sldId="2147472851"/>
            <ac:spMk id="3" creationId="{02D2E0A4-299A-2471-A451-59793FBA20DE}"/>
          </ac:spMkLst>
        </pc:spChg>
        <pc:spChg chg="mod">
          <ac:chgData name="Brahim MOUMNI" userId="ba68a41e-9c37-4353-8b10-c2f699dfe727" providerId="ADAL" clId="{6764DE22-E822-4CBD-8C16-B254B8EEFE9A}" dt="2026-10-10T06:57:49.698" v="4237" actId="20577"/>
          <ac:spMkLst>
            <pc:docMk/>
            <pc:sldMk cId="2385018694" sldId="2147472851"/>
            <ac:spMk id="19" creationId="{1149EDE0-DECB-435D-6C6E-39F53D073768}"/>
          </ac:spMkLst>
        </pc:spChg>
        <pc:picChg chg="add mod">
          <ac:chgData name="Brahim MOUMNI" userId="ba68a41e-9c37-4353-8b10-c2f699dfe727" providerId="ADAL" clId="{6764DE22-E822-4CBD-8C16-B254B8EEFE9A}" dt="2026-10-10T06:37:32.902" v="4014" actId="14100"/>
          <ac:picMkLst>
            <pc:docMk/>
            <pc:sldMk cId="2385018694" sldId="2147472851"/>
            <ac:picMk id="9" creationId="{3C167B81-C22C-C635-BB5F-86CE6CD60681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09:17.954" v="2545" actId="6549"/>
        <pc:sldMkLst>
          <pc:docMk/>
          <pc:sldMk cId="4187153326" sldId="2147472856"/>
        </pc:sldMkLst>
        <pc:spChg chg="mod">
          <ac:chgData name="Brahim MOUMNI" userId="ba68a41e-9c37-4353-8b10-c2f699dfe727" providerId="ADAL" clId="{6764DE22-E822-4CBD-8C16-B254B8EEFE9A}" dt="2026-10-08T21:08:01.688" v="2515" actId="20577"/>
          <ac:spMkLst>
            <pc:docMk/>
            <pc:sldMk cId="4187153326" sldId="2147472856"/>
            <ac:spMk id="3" creationId="{1E296145-3D3E-00C9-993D-AE9E3C2AD021}"/>
          </ac:spMkLst>
        </pc:spChg>
        <pc:spChg chg="mod">
          <ac:chgData name="Brahim MOUMNI" userId="ba68a41e-9c37-4353-8b10-c2f699dfe727" providerId="ADAL" clId="{6764DE22-E822-4CBD-8C16-B254B8EEFE9A}" dt="2026-10-08T21:09:17.954" v="2545" actId="6549"/>
          <ac:spMkLst>
            <pc:docMk/>
            <pc:sldMk cId="4187153326" sldId="2147472856"/>
            <ac:spMk id="19" creationId="{04041E1D-FC6B-CEF1-AC19-9D0CECB559D5}"/>
          </ac:spMkLst>
        </pc:spChg>
        <pc:picChg chg="add mod">
          <ac:chgData name="Brahim MOUMNI" userId="ba68a41e-9c37-4353-8b10-c2f699dfe727" providerId="ADAL" clId="{6764DE22-E822-4CBD-8C16-B254B8EEFE9A}" dt="2026-10-08T21:08:29.170" v="2522" actId="14100"/>
          <ac:picMkLst>
            <pc:docMk/>
            <pc:sldMk cId="4187153326" sldId="2147472856"/>
            <ac:picMk id="9" creationId="{E079CF45-8E1E-B4AE-EE7D-1564CB7F20C5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3:26:43.484" v="3420" actId="14100"/>
        <pc:sldMkLst>
          <pc:docMk/>
          <pc:sldMk cId="2116754821" sldId="2147472875"/>
        </pc:sldMkLst>
        <pc:spChg chg="mod">
          <ac:chgData name="Brahim MOUMNI" userId="ba68a41e-9c37-4353-8b10-c2f699dfe727" providerId="ADAL" clId="{6764DE22-E822-4CBD-8C16-B254B8EEFE9A}" dt="2026-10-08T10:40:09.041" v="461" actId="6549"/>
          <ac:spMkLst>
            <pc:docMk/>
            <pc:sldMk cId="2116754821" sldId="2147472875"/>
            <ac:spMk id="9" creationId="{725EAD75-8161-C534-C0AA-79CD0A00A5C1}"/>
          </ac:spMkLst>
        </pc:spChg>
        <pc:picChg chg="add mod">
          <ac:chgData name="Brahim MOUMNI" userId="ba68a41e-9c37-4353-8b10-c2f699dfe727" providerId="ADAL" clId="{6764DE22-E822-4CBD-8C16-B254B8EEFE9A}" dt="2026-10-09T13:26:43.484" v="3420" actId="14100"/>
          <ac:picMkLst>
            <pc:docMk/>
            <pc:sldMk cId="2116754821" sldId="2147472875"/>
            <ac:picMk id="5" creationId="{EF95FC15-7B15-A994-E220-3F42E429BC98}"/>
          </ac:picMkLst>
        </pc:picChg>
        <pc:picChg chg="mod">
          <ac:chgData name="Brahim MOUMNI" userId="ba68a41e-9c37-4353-8b10-c2f699dfe727" providerId="ADAL" clId="{6764DE22-E822-4CBD-8C16-B254B8EEFE9A}" dt="2026-10-09T13:26:41.189" v="3419" actId="1076"/>
          <ac:picMkLst>
            <pc:docMk/>
            <pc:sldMk cId="2116754821" sldId="2147472875"/>
            <ac:picMk id="8" creationId="{7C220991-10CE-C9E3-6C2A-5D37325DE70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18:50.652" v="3980" actId="1037"/>
        <pc:sldMkLst>
          <pc:docMk/>
          <pc:sldMk cId="94571574" sldId="2147472880"/>
        </pc:sldMkLst>
        <pc:spChg chg="mod">
          <ac:chgData name="Brahim MOUMNI" userId="ba68a41e-9c37-4353-8b10-c2f699dfe727" providerId="ADAL" clId="{6764DE22-E822-4CBD-8C16-B254B8EEFE9A}" dt="2026-10-08T18:59:54.688" v="1648" actId="20577"/>
          <ac:spMkLst>
            <pc:docMk/>
            <pc:sldMk cId="94571574" sldId="2147472880"/>
            <ac:spMk id="3" creationId="{4FD9987B-1AA7-7531-22AD-612E79A85832}"/>
          </ac:spMkLst>
        </pc:spChg>
        <pc:spChg chg="mod">
          <ac:chgData name="Brahim MOUMNI" userId="ba68a41e-9c37-4353-8b10-c2f699dfe727" providerId="ADAL" clId="{6764DE22-E822-4CBD-8C16-B254B8EEFE9A}" dt="2026-10-10T06:18:50.652" v="3980" actId="1037"/>
          <ac:spMkLst>
            <pc:docMk/>
            <pc:sldMk cId="94571574" sldId="2147472880"/>
            <ac:spMk id="30" creationId="{C16A6F69-16C1-C0F8-AEF9-B551976A0656}"/>
          </ac:spMkLst>
        </pc:spChg>
        <pc:picChg chg="add mod">
          <ac:chgData name="Brahim MOUMNI" userId="ba68a41e-9c37-4353-8b10-c2f699dfe727" providerId="ADAL" clId="{6764DE22-E822-4CBD-8C16-B254B8EEFE9A}" dt="2026-10-08T18:59:52.225" v="1646" actId="1076"/>
          <ac:picMkLst>
            <pc:docMk/>
            <pc:sldMk cId="94571574" sldId="2147472880"/>
            <ac:picMk id="5" creationId="{F5B7BEC3-2FAE-CCBB-1424-E0BBA6AAC936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9:37:48.379" v="2092" actId="6549"/>
        <pc:sldMkLst>
          <pc:docMk/>
          <pc:sldMk cId="415191420" sldId="2147472881"/>
        </pc:sldMkLst>
        <pc:spChg chg="mod">
          <ac:chgData name="Brahim MOUMNI" userId="ba68a41e-9c37-4353-8b10-c2f699dfe727" providerId="ADAL" clId="{6764DE22-E822-4CBD-8C16-B254B8EEFE9A}" dt="2026-10-08T19:19:01.477" v="1888" actId="20577"/>
          <ac:spMkLst>
            <pc:docMk/>
            <pc:sldMk cId="415191420" sldId="2147472881"/>
            <ac:spMk id="3" creationId="{C110CFE8-A93B-28D8-93C8-EB7FA26A6EAB}"/>
          </ac:spMkLst>
        </pc:spChg>
        <pc:spChg chg="mod">
          <ac:chgData name="Brahim MOUMNI" userId="ba68a41e-9c37-4353-8b10-c2f699dfe727" providerId="ADAL" clId="{6764DE22-E822-4CBD-8C16-B254B8EEFE9A}" dt="2026-10-08T19:37:48.379" v="2092" actId="6549"/>
          <ac:spMkLst>
            <pc:docMk/>
            <pc:sldMk cId="415191420" sldId="2147472881"/>
            <ac:spMk id="30" creationId="{988E8111-DE74-6915-171A-456363D304B0}"/>
          </ac:spMkLst>
        </pc:spChg>
        <pc:picChg chg="add mod">
          <ac:chgData name="Brahim MOUMNI" userId="ba68a41e-9c37-4353-8b10-c2f699dfe727" providerId="ADAL" clId="{6764DE22-E822-4CBD-8C16-B254B8EEFE9A}" dt="2026-10-08T19:28:04.495" v="1965" actId="1076"/>
          <ac:picMkLst>
            <pc:docMk/>
            <pc:sldMk cId="415191420" sldId="2147472881"/>
            <ac:picMk id="7" creationId="{405BCC63-3748-6C0E-C47C-0F289E70112D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0:57:33.380" v="2380" actId="6549"/>
        <pc:sldMkLst>
          <pc:docMk/>
          <pc:sldMk cId="2798714833" sldId="2147472883"/>
        </pc:sldMkLst>
        <pc:spChg chg="mod">
          <ac:chgData name="Brahim MOUMNI" userId="ba68a41e-9c37-4353-8b10-c2f699dfe727" providerId="ADAL" clId="{6764DE22-E822-4CBD-8C16-B254B8EEFE9A}" dt="2026-10-08T20:57:33.380" v="2380" actId="6549"/>
          <ac:spMkLst>
            <pc:docMk/>
            <pc:sldMk cId="2798714833" sldId="2147472883"/>
            <ac:spMk id="3" creationId="{552917B5-63BF-5A14-C555-33E4DF4422AA}"/>
          </ac:spMkLst>
        </pc:spChg>
        <pc:spChg chg="mod">
          <ac:chgData name="Brahim MOUMNI" userId="ba68a41e-9c37-4353-8b10-c2f699dfe727" providerId="ADAL" clId="{6764DE22-E822-4CBD-8C16-B254B8EEFE9A}" dt="2026-10-08T20:56:40.187" v="2375" actId="6549"/>
          <ac:spMkLst>
            <pc:docMk/>
            <pc:sldMk cId="2798714833" sldId="2147472883"/>
            <ac:spMk id="30" creationId="{57F5ECB8-40F7-3C83-BF04-9BD87B58AC38}"/>
          </ac:spMkLst>
        </pc:spChg>
        <pc:picChg chg="add mod">
          <ac:chgData name="Brahim MOUMNI" userId="ba68a41e-9c37-4353-8b10-c2f699dfe727" providerId="ADAL" clId="{6764DE22-E822-4CBD-8C16-B254B8EEFE9A}" dt="2026-10-08T20:57:29.356" v="2378" actId="1076"/>
          <ac:picMkLst>
            <pc:docMk/>
            <pc:sldMk cId="2798714833" sldId="2147472883"/>
            <ac:picMk id="8" creationId="{2C772C3C-EBFC-CD6F-523B-2B731EAAD98B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07:54.737" v="2513" actId="20577"/>
        <pc:sldMkLst>
          <pc:docMk/>
          <pc:sldMk cId="4200937946" sldId="2147472890"/>
        </pc:sldMkLst>
        <pc:spChg chg="mod">
          <ac:chgData name="Brahim MOUMNI" userId="ba68a41e-9c37-4353-8b10-c2f699dfe727" providerId="ADAL" clId="{6764DE22-E822-4CBD-8C16-B254B8EEFE9A}" dt="2026-10-08T21:07:54.737" v="2513" actId="20577"/>
          <ac:spMkLst>
            <pc:docMk/>
            <pc:sldMk cId="4200937946" sldId="2147472890"/>
            <ac:spMk id="3" creationId="{4347AA5A-4364-A872-0C91-DDFB81F505EC}"/>
          </ac:spMkLst>
        </pc:spChg>
        <pc:spChg chg="mod">
          <ac:chgData name="Brahim MOUMNI" userId="ba68a41e-9c37-4353-8b10-c2f699dfe727" providerId="ADAL" clId="{6764DE22-E822-4CBD-8C16-B254B8EEFE9A}" dt="2026-10-08T21:07:44.919" v="2508" actId="6549"/>
          <ac:spMkLst>
            <pc:docMk/>
            <pc:sldMk cId="4200937946" sldId="2147472890"/>
            <ac:spMk id="30" creationId="{3F506804-A8BC-2E4C-892C-369F9D5716B2}"/>
          </ac:spMkLst>
        </pc:spChg>
        <pc:picChg chg="add mod">
          <ac:chgData name="Brahim MOUMNI" userId="ba68a41e-9c37-4353-8b10-c2f699dfe727" providerId="ADAL" clId="{6764DE22-E822-4CBD-8C16-B254B8EEFE9A}" dt="2026-10-08T21:07:52.077" v="2511" actId="1076"/>
          <ac:picMkLst>
            <pc:docMk/>
            <pc:sldMk cId="4200937946" sldId="2147472890"/>
            <ac:picMk id="10" creationId="{38040C09-EC4B-DBB2-786B-BD1A170FAE67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4:50:15.088" v="3556" actId="20577"/>
        <pc:sldMkLst>
          <pc:docMk/>
          <pc:sldMk cId="1543304336" sldId="2147472901"/>
        </pc:sldMkLst>
        <pc:spChg chg="mod">
          <ac:chgData name="Brahim MOUMNI" userId="ba68a41e-9c37-4353-8b10-c2f699dfe727" providerId="ADAL" clId="{6764DE22-E822-4CBD-8C16-B254B8EEFE9A}" dt="2026-10-08T10:46:06.551" v="543" actId="20577"/>
          <ac:spMkLst>
            <pc:docMk/>
            <pc:sldMk cId="1543304336" sldId="2147472901"/>
            <ac:spMk id="2" creationId="{B74B9E87-E63B-823F-AC17-20FBF89521BF}"/>
          </ac:spMkLst>
        </pc:spChg>
        <pc:spChg chg="add mod">
          <ac:chgData name="Brahim MOUMNI" userId="ba68a41e-9c37-4353-8b10-c2f699dfe727" providerId="ADAL" clId="{6764DE22-E822-4CBD-8C16-B254B8EEFE9A}" dt="2026-10-09T13:42:32.903" v="3426" actId="1076"/>
          <ac:spMkLst>
            <pc:docMk/>
            <pc:sldMk cId="1543304336" sldId="2147472901"/>
            <ac:spMk id="8" creationId="{6748B073-39A0-3257-1C71-AD7F76311735}"/>
          </ac:spMkLst>
        </pc:spChg>
        <pc:spChg chg="mod">
          <ac:chgData name="Brahim MOUMNI" userId="ba68a41e-9c37-4353-8b10-c2f699dfe727" providerId="ADAL" clId="{6764DE22-E822-4CBD-8C16-B254B8EEFE9A}" dt="2026-10-09T14:50:15.088" v="3556" actId="20577"/>
          <ac:spMkLst>
            <pc:docMk/>
            <pc:sldMk cId="1543304336" sldId="2147472901"/>
            <ac:spMk id="10" creationId="{8101CA57-3110-1DAB-A411-CAED305DBA97}"/>
          </ac:spMkLst>
        </pc:spChg>
        <pc:spChg chg="del">
          <ac:chgData name="Brahim MOUMNI" userId="ba68a41e-9c37-4353-8b10-c2f699dfe727" providerId="ADAL" clId="{6764DE22-E822-4CBD-8C16-B254B8EEFE9A}" dt="2026-10-09T13:42:37.835" v="3427" actId="478"/>
          <ac:spMkLst>
            <pc:docMk/>
            <pc:sldMk cId="1543304336" sldId="2147472901"/>
            <ac:spMk id="11" creationId="{0D5B02D3-AD52-3800-2FC3-1EB41EE0D94F}"/>
          </ac:spMkLst>
        </pc:spChg>
        <pc:spChg chg="mod">
          <ac:chgData name="Brahim MOUMNI" userId="ba68a41e-9c37-4353-8b10-c2f699dfe727" providerId="ADAL" clId="{6764DE22-E822-4CBD-8C16-B254B8EEFE9A}" dt="2026-10-09T13:42:15.963" v="3422" actId="1076"/>
          <ac:spMkLst>
            <pc:docMk/>
            <pc:sldMk cId="1543304336" sldId="2147472901"/>
            <ac:spMk id="14" creationId="{73B377EE-6B08-D466-60DE-33B34E899F68}"/>
          </ac:spMkLst>
        </pc:spChg>
        <pc:picChg chg="add mod ord">
          <ac:chgData name="Brahim MOUMNI" userId="ba68a41e-9c37-4353-8b10-c2f699dfe727" providerId="ADAL" clId="{6764DE22-E822-4CBD-8C16-B254B8EEFE9A}" dt="2026-10-09T13:42:26.054" v="3425" actId="1076"/>
          <ac:picMkLst>
            <pc:docMk/>
            <pc:sldMk cId="1543304336" sldId="2147472901"/>
            <ac:picMk id="5" creationId="{91E42303-7D49-F4CA-43B3-14B8F111B0FE}"/>
          </ac:picMkLst>
        </pc:picChg>
      </pc:sldChg>
      <pc:sldChg chg="modSp mod">
        <pc:chgData name="Brahim MOUMNI" userId="ba68a41e-9c37-4353-8b10-c2f699dfe727" providerId="ADAL" clId="{6764DE22-E822-4CBD-8C16-B254B8EEFE9A}" dt="2026-10-07T07:28:24.142" v="103" actId="20577"/>
        <pc:sldMkLst>
          <pc:docMk/>
          <pc:sldMk cId="1778563629" sldId="2147472910"/>
        </pc:sldMkLst>
        <pc:spChg chg="mod">
          <ac:chgData name="Brahim MOUMNI" userId="ba68a41e-9c37-4353-8b10-c2f699dfe727" providerId="ADAL" clId="{6764DE22-E822-4CBD-8C16-B254B8EEFE9A}" dt="2026-10-07T07:28:24.142" v="103" actId="20577"/>
          <ac:spMkLst>
            <pc:docMk/>
            <pc:sldMk cId="1778563629" sldId="2147472910"/>
            <ac:spMk id="16" creationId="{3E781EC7-9BC4-48C2-A2F2-F900DB85999A}"/>
          </ac:spMkLst>
        </pc:spChg>
      </pc:sldChg>
      <pc:sldChg chg="addSp delSp modSp mod">
        <pc:chgData name="Brahim MOUMNI" userId="ba68a41e-9c37-4353-8b10-c2f699dfe727" providerId="ADAL" clId="{6764DE22-E822-4CBD-8C16-B254B8EEFE9A}" dt="2026-10-08T10:45:36.383" v="540" actId="6549"/>
        <pc:sldMkLst>
          <pc:docMk/>
          <pc:sldMk cId="247102229" sldId="2147472911"/>
        </pc:sldMkLst>
        <pc:spChg chg="mod">
          <ac:chgData name="Brahim MOUMNI" userId="ba68a41e-9c37-4353-8b10-c2f699dfe727" providerId="ADAL" clId="{6764DE22-E822-4CBD-8C16-B254B8EEFE9A}" dt="2026-10-07T10:15:57.797" v="136" actId="20577"/>
          <ac:spMkLst>
            <pc:docMk/>
            <pc:sldMk cId="247102229" sldId="2147472911"/>
            <ac:spMk id="2" creationId="{C9F87FCA-7646-053E-5467-4CD8D7267F9E}"/>
          </ac:spMkLst>
        </pc:spChg>
        <pc:spChg chg="add mod">
          <ac:chgData name="Brahim MOUMNI" userId="ba68a41e-9c37-4353-8b10-c2f699dfe727" providerId="ADAL" clId="{6764DE22-E822-4CBD-8C16-B254B8EEFE9A}" dt="2026-10-08T10:41:30.438" v="478" actId="1076"/>
          <ac:spMkLst>
            <pc:docMk/>
            <pc:sldMk cId="247102229" sldId="2147472911"/>
            <ac:spMk id="8" creationId="{DD07D963-EB01-9F02-4A90-1E830CE79768}"/>
          </ac:spMkLst>
        </pc:spChg>
        <pc:spChg chg="mod">
          <ac:chgData name="Brahim MOUMNI" userId="ba68a41e-9c37-4353-8b10-c2f699dfe727" providerId="ADAL" clId="{6764DE22-E822-4CBD-8C16-B254B8EEFE9A}" dt="2026-10-08T10:45:36.383" v="540" actId="6549"/>
          <ac:spMkLst>
            <pc:docMk/>
            <pc:sldMk cId="247102229" sldId="2147472911"/>
            <ac:spMk id="10" creationId="{C73B09AC-FF36-42A1-87BC-5D4927EFEE2F}"/>
          </ac:spMkLst>
        </pc:spChg>
        <pc:spChg chg="add mod">
          <ac:chgData name="Brahim MOUMNI" userId="ba68a41e-9c37-4353-8b10-c2f699dfe727" providerId="ADAL" clId="{6764DE22-E822-4CBD-8C16-B254B8EEFE9A}" dt="2026-10-08T10:41:52.578" v="484" actId="208"/>
          <ac:spMkLst>
            <pc:docMk/>
            <pc:sldMk cId="247102229" sldId="2147472911"/>
            <ac:spMk id="11" creationId="{E9EBFA74-DF34-2DF6-0D8E-C828E90D2FDC}"/>
          </ac:spMkLst>
        </pc:spChg>
        <pc:spChg chg="mod">
          <ac:chgData name="Brahim MOUMNI" userId="ba68a41e-9c37-4353-8b10-c2f699dfe727" providerId="ADAL" clId="{6764DE22-E822-4CBD-8C16-B254B8EEFE9A}" dt="2026-10-08T10:41:16.120" v="476" actId="14100"/>
          <ac:spMkLst>
            <pc:docMk/>
            <pc:sldMk cId="247102229" sldId="2147472911"/>
            <ac:spMk id="13" creationId="{57CE7502-02CF-5338-073A-6800F18898FE}"/>
          </ac:spMkLst>
        </pc:spChg>
        <pc:spChg chg="add mod">
          <ac:chgData name="Brahim MOUMNI" userId="ba68a41e-9c37-4353-8b10-c2f699dfe727" providerId="ADAL" clId="{6764DE22-E822-4CBD-8C16-B254B8EEFE9A}" dt="2026-10-08T10:42:00.449" v="486" actId="1076"/>
          <ac:spMkLst>
            <pc:docMk/>
            <pc:sldMk cId="247102229" sldId="2147472911"/>
            <ac:spMk id="15" creationId="{884CF33E-991F-9A6B-B719-20BF8BD78BA8}"/>
          </ac:spMkLst>
        </pc:spChg>
        <pc:picChg chg="add mod ord">
          <ac:chgData name="Brahim MOUMNI" userId="ba68a41e-9c37-4353-8b10-c2f699dfe727" providerId="ADAL" clId="{6764DE22-E822-4CBD-8C16-B254B8EEFE9A}" dt="2026-10-08T10:41:06.228" v="473" actId="14100"/>
          <ac:picMkLst>
            <pc:docMk/>
            <pc:sldMk cId="247102229" sldId="2147472911"/>
            <ac:picMk id="5" creationId="{13C40539-ACE4-5EC8-B52A-6E5F61BA284C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2:20:04.101" v="1100" actId="20577"/>
        <pc:sldMkLst>
          <pc:docMk/>
          <pc:sldMk cId="2950067787" sldId="2147472912"/>
        </pc:sldMkLst>
        <pc:spChg chg="mod">
          <ac:chgData name="Brahim MOUMNI" userId="ba68a41e-9c37-4353-8b10-c2f699dfe727" providerId="ADAL" clId="{6764DE22-E822-4CBD-8C16-B254B8EEFE9A}" dt="2026-10-08T12:20:04.101" v="1100" actId="20577"/>
          <ac:spMkLst>
            <pc:docMk/>
            <pc:sldMk cId="2950067787" sldId="2147472912"/>
            <ac:spMk id="2" creationId="{B91928EC-AC89-E009-59C1-5739C4EA7DA0}"/>
          </ac:spMkLst>
        </pc:spChg>
        <pc:spChg chg="mod">
          <ac:chgData name="Brahim MOUMNI" userId="ba68a41e-9c37-4353-8b10-c2f699dfe727" providerId="ADAL" clId="{6764DE22-E822-4CBD-8C16-B254B8EEFE9A}" dt="2026-10-08T12:19:45.171" v="1096" actId="6549"/>
          <ac:spMkLst>
            <pc:docMk/>
            <pc:sldMk cId="2950067787" sldId="2147472912"/>
            <ac:spMk id="26" creationId="{632C7FC0-BBD7-1248-C10C-1D5674EF338A}"/>
          </ac:spMkLst>
        </pc:spChg>
        <pc:picChg chg="add mod">
          <ac:chgData name="Brahim MOUMNI" userId="ba68a41e-9c37-4353-8b10-c2f699dfe727" providerId="ADAL" clId="{6764DE22-E822-4CBD-8C16-B254B8EEFE9A}" dt="2026-10-08T12:17:09.462" v="1067" actId="14100"/>
          <ac:picMkLst>
            <pc:docMk/>
            <pc:sldMk cId="2950067787" sldId="2147472912"/>
            <ac:picMk id="8" creationId="{A2086BB7-0B28-4996-F140-DF9142CCD989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20:39.493" v="2629" actId="478"/>
        <pc:sldMkLst>
          <pc:docMk/>
          <pc:sldMk cId="2525586970" sldId="2147472913"/>
        </pc:sldMkLst>
        <pc:spChg chg="mod">
          <ac:chgData name="Brahim MOUMNI" userId="ba68a41e-9c37-4353-8b10-c2f699dfe727" providerId="ADAL" clId="{6764DE22-E822-4CBD-8C16-B254B8EEFE9A}" dt="2026-10-08T21:20:20.173" v="2624" actId="6549"/>
          <ac:spMkLst>
            <pc:docMk/>
            <pc:sldMk cId="2525586970" sldId="2147472913"/>
            <ac:spMk id="30" creationId="{FE6A7CC6-5831-4869-C4B0-A2DD63B3055C}"/>
          </ac:spMkLst>
        </pc:spChg>
        <pc:picChg chg="add mod">
          <ac:chgData name="Brahim MOUMNI" userId="ba68a41e-9c37-4353-8b10-c2f699dfe727" providerId="ADAL" clId="{6764DE22-E822-4CBD-8C16-B254B8EEFE9A}" dt="2026-10-08T21:20:32.989" v="2628" actId="14100"/>
          <ac:picMkLst>
            <pc:docMk/>
            <pc:sldMk cId="2525586970" sldId="2147472913"/>
            <ac:picMk id="8" creationId="{046BA1A2-55A0-DB40-1A63-962410DA86BA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24:02.227" v="2725" actId="20577"/>
        <pc:sldMkLst>
          <pc:docMk/>
          <pc:sldMk cId="413861382" sldId="2147472914"/>
        </pc:sldMkLst>
        <pc:spChg chg="mod">
          <ac:chgData name="Brahim MOUMNI" userId="ba68a41e-9c37-4353-8b10-c2f699dfe727" providerId="ADAL" clId="{6764DE22-E822-4CBD-8C16-B254B8EEFE9A}" dt="2026-10-08T21:21:01.405" v="2634" actId="20577"/>
          <ac:spMkLst>
            <pc:docMk/>
            <pc:sldMk cId="413861382" sldId="2147472914"/>
            <ac:spMk id="3" creationId="{393FF867-2AC2-6E30-22F9-497DBEFC66FA}"/>
          </ac:spMkLst>
        </pc:spChg>
        <pc:spChg chg="mod">
          <ac:chgData name="Brahim MOUMNI" userId="ba68a41e-9c37-4353-8b10-c2f699dfe727" providerId="ADAL" clId="{6764DE22-E822-4CBD-8C16-B254B8EEFE9A}" dt="2026-10-08T21:24:02.227" v="2725" actId="20577"/>
          <ac:spMkLst>
            <pc:docMk/>
            <pc:sldMk cId="413861382" sldId="2147472914"/>
            <ac:spMk id="19" creationId="{3F884045-867E-292D-D8F1-BDDDE743DF01}"/>
          </ac:spMkLst>
        </pc:spChg>
        <pc:picChg chg="add mod">
          <ac:chgData name="Brahim MOUMNI" userId="ba68a41e-9c37-4353-8b10-c2f699dfe727" providerId="ADAL" clId="{6764DE22-E822-4CBD-8C16-B254B8EEFE9A}" dt="2026-10-08T21:20:58.560" v="2632" actId="1076"/>
          <ac:picMkLst>
            <pc:docMk/>
            <pc:sldMk cId="413861382" sldId="2147472914"/>
            <ac:picMk id="8" creationId="{1A3C7893-C595-CB21-1CB9-45B17425E0D8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07:00:45.318" v="2840" actId="20577"/>
        <pc:sldMkLst>
          <pc:docMk/>
          <pc:sldMk cId="133799837" sldId="2147472915"/>
        </pc:sldMkLst>
        <pc:spChg chg="mod">
          <ac:chgData name="Brahim MOUMNI" userId="ba68a41e-9c37-4353-8b10-c2f699dfe727" providerId="ADAL" clId="{6764DE22-E822-4CBD-8C16-B254B8EEFE9A}" dt="2026-10-09T07:00:45.318" v="2840" actId="20577"/>
          <ac:spMkLst>
            <pc:docMk/>
            <pc:sldMk cId="133799837" sldId="2147472915"/>
            <ac:spMk id="3" creationId="{0590C5D1-E536-C336-BCE7-73A60D723181}"/>
          </ac:spMkLst>
        </pc:spChg>
        <pc:spChg chg="mod">
          <ac:chgData name="Brahim MOUMNI" userId="ba68a41e-9c37-4353-8b10-c2f699dfe727" providerId="ADAL" clId="{6764DE22-E822-4CBD-8C16-B254B8EEFE9A}" dt="2026-10-09T06:56:16.537" v="2835" actId="20577"/>
          <ac:spMkLst>
            <pc:docMk/>
            <pc:sldMk cId="133799837" sldId="2147472915"/>
            <ac:spMk id="30" creationId="{338E885F-BCEC-1223-BE2F-FCB47032FC9C}"/>
          </ac:spMkLst>
        </pc:spChg>
        <pc:picChg chg="add mod">
          <ac:chgData name="Brahim MOUMNI" userId="ba68a41e-9c37-4353-8b10-c2f699dfe727" providerId="ADAL" clId="{6764DE22-E822-4CBD-8C16-B254B8EEFE9A}" dt="2026-10-09T07:00:42.575" v="2838" actId="1076"/>
          <ac:picMkLst>
            <pc:docMk/>
            <pc:sldMk cId="133799837" sldId="2147472915"/>
            <ac:picMk id="8" creationId="{3F7897DB-6A03-CA7C-7E19-73AAF0921949}"/>
          </ac:picMkLst>
        </pc:picChg>
        <pc:picChg chg="del">
          <ac:chgData name="Brahim MOUMNI" userId="ba68a41e-9c37-4353-8b10-c2f699dfe727" providerId="ADAL" clId="{6764DE22-E822-4CBD-8C16-B254B8EEFE9A}" dt="2026-10-09T07:00:38.453" v="2837" actId="478"/>
          <ac:picMkLst>
            <pc:docMk/>
            <pc:sldMk cId="133799837" sldId="2147472915"/>
            <ac:picMk id="11" creationId="{B4F0E67C-BF2F-C93A-27C3-3A33CD447F0D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07:04:50.867" v="2908" actId="20577"/>
        <pc:sldMkLst>
          <pc:docMk/>
          <pc:sldMk cId="3584022877" sldId="2147472916"/>
        </pc:sldMkLst>
        <pc:spChg chg="mod">
          <ac:chgData name="Brahim MOUMNI" userId="ba68a41e-9c37-4353-8b10-c2f699dfe727" providerId="ADAL" clId="{6764DE22-E822-4CBD-8C16-B254B8EEFE9A}" dt="2026-10-09T07:01:15.987" v="2852" actId="20577"/>
          <ac:spMkLst>
            <pc:docMk/>
            <pc:sldMk cId="3584022877" sldId="2147472916"/>
            <ac:spMk id="3" creationId="{1B401864-0E75-5C9C-ECFF-2581BF7CE9B6}"/>
          </ac:spMkLst>
        </pc:spChg>
        <pc:spChg chg="mod">
          <ac:chgData name="Brahim MOUMNI" userId="ba68a41e-9c37-4353-8b10-c2f699dfe727" providerId="ADAL" clId="{6764DE22-E822-4CBD-8C16-B254B8EEFE9A}" dt="2026-10-09T07:04:50.867" v="2908" actId="20577"/>
          <ac:spMkLst>
            <pc:docMk/>
            <pc:sldMk cId="3584022877" sldId="2147472916"/>
            <ac:spMk id="19" creationId="{12906629-217F-0B53-D22E-3B437723BEEA}"/>
          </ac:spMkLst>
        </pc:spChg>
        <pc:picChg chg="add mod">
          <ac:chgData name="Brahim MOUMNI" userId="ba68a41e-9c37-4353-8b10-c2f699dfe727" providerId="ADAL" clId="{6764DE22-E822-4CBD-8C16-B254B8EEFE9A}" dt="2026-10-09T07:01:11.599" v="2850" actId="14100"/>
          <ac:picMkLst>
            <pc:docMk/>
            <pc:sldMk cId="3584022877" sldId="2147472916"/>
            <ac:picMk id="8" creationId="{63E7CC6D-B22D-267F-B9AB-F3C1FA79E980}"/>
          </ac:picMkLst>
        </pc:picChg>
        <pc:picChg chg="del">
          <ac:chgData name="Brahim MOUMNI" userId="ba68a41e-9c37-4353-8b10-c2f699dfe727" providerId="ADAL" clId="{6764DE22-E822-4CBD-8C16-B254B8EEFE9A}" dt="2026-10-09T07:00:55.092" v="2842" actId="478"/>
          <ac:picMkLst>
            <pc:docMk/>
            <pc:sldMk cId="3584022877" sldId="2147472916"/>
            <ac:picMk id="16" creationId="{5B02F939-FB52-B3AC-4063-C63C79E81E92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5:40:42.088" v="1600" actId="1076"/>
        <pc:sldMkLst>
          <pc:docMk/>
          <pc:sldMk cId="1281653777" sldId="2147472926"/>
        </pc:sldMkLst>
        <pc:picChg chg="add mod">
          <ac:chgData name="Brahim MOUMNI" userId="ba68a41e-9c37-4353-8b10-c2f699dfe727" providerId="ADAL" clId="{6764DE22-E822-4CBD-8C16-B254B8EEFE9A}" dt="2026-10-08T15:34:24.116" v="1546" actId="1076"/>
          <ac:picMkLst>
            <pc:docMk/>
            <pc:sldMk cId="1281653777" sldId="2147472926"/>
            <ac:picMk id="10" creationId="{CA9CDD02-5BE4-85CA-8B26-2244BB3191EA}"/>
          </ac:picMkLst>
        </pc:picChg>
        <pc:picChg chg="add mod">
          <ac:chgData name="Brahim MOUMNI" userId="ba68a41e-9c37-4353-8b10-c2f699dfe727" providerId="ADAL" clId="{6764DE22-E822-4CBD-8C16-B254B8EEFE9A}" dt="2026-10-08T15:40:01.457" v="1594" actId="1076"/>
          <ac:picMkLst>
            <pc:docMk/>
            <pc:sldMk cId="1281653777" sldId="2147472926"/>
            <ac:picMk id="13" creationId="{BE448E9D-9747-B63A-10A8-B28A23843145}"/>
          </ac:picMkLst>
        </pc:picChg>
        <pc:picChg chg="add mod">
          <ac:chgData name="Brahim MOUMNI" userId="ba68a41e-9c37-4353-8b10-c2f699dfe727" providerId="ADAL" clId="{6764DE22-E822-4CBD-8C16-B254B8EEFE9A}" dt="2026-10-08T15:40:42.088" v="1600" actId="1076"/>
          <ac:picMkLst>
            <pc:docMk/>
            <pc:sldMk cId="1281653777" sldId="2147472926"/>
            <ac:picMk id="16" creationId="{E5D58D9D-8315-5F2F-3B8D-42EDAB28E317}"/>
          </ac:picMkLst>
        </pc:picChg>
        <pc:picChg chg="mod">
          <ac:chgData name="Brahim MOUMNI" userId="ba68a41e-9c37-4353-8b10-c2f699dfe727" providerId="ADAL" clId="{6764DE22-E822-4CBD-8C16-B254B8EEFE9A}" dt="2026-10-08T15:39:47.621" v="1590" actId="14100"/>
          <ac:picMkLst>
            <pc:docMk/>
            <pc:sldMk cId="1281653777" sldId="2147472926"/>
            <ac:picMk id="20" creationId="{19D5D655-F3FB-B1F8-7371-7E10672F5283}"/>
          </ac:picMkLst>
        </pc:picChg>
        <pc:picChg chg="mod">
          <ac:chgData name="Brahim MOUMNI" userId="ba68a41e-9c37-4353-8b10-c2f699dfe727" providerId="ADAL" clId="{6764DE22-E822-4CBD-8C16-B254B8EEFE9A}" dt="2026-10-08T15:37:06.167" v="1549" actId="1076"/>
          <ac:picMkLst>
            <pc:docMk/>
            <pc:sldMk cId="1281653777" sldId="2147472926"/>
            <ac:picMk id="24" creationId="{17664845-23B4-C61D-1CAF-46F6B07147BC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9:18:53.023" v="1886" actId="1076"/>
        <pc:sldMkLst>
          <pc:docMk/>
          <pc:sldMk cId="442092548" sldId="2147472927"/>
        </pc:sldMkLst>
        <pc:spChg chg="add mod">
          <ac:chgData name="Brahim MOUMNI" userId="ba68a41e-9c37-4353-8b10-c2f699dfe727" providerId="ADAL" clId="{6764DE22-E822-4CBD-8C16-B254B8EEFE9A}" dt="2026-10-08T19:17:48.278" v="1883" actId="6549"/>
          <ac:spMkLst>
            <pc:docMk/>
            <pc:sldMk cId="442092548" sldId="2147472927"/>
            <ac:spMk id="13" creationId="{717281A9-6EE9-4997-4D17-AD137B3B5B1F}"/>
          </ac:spMkLst>
        </pc:spChg>
        <pc:picChg chg="add mod">
          <ac:chgData name="Brahim MOUMNI" userId="ba68a41e-9c37-4353-8b10-c2f699dfe727" providerId="ADAL" clId="{6764DE22-E822-4CBD-8C16-B254B8EEFE9A}" dt="2026-10-08T19:16:22.074" v="1876" actId="1076"/>
          <ac:picMkLst>
            <pc:docMk/>
            <pc:sldMk cId="442092548" sldId="2147472927"/>
            <ac:picMk id="11" creationId="{028A857B-7772-B96C-3F2F-AAE5679E5B5C}"/>
          </ac:picMkLst>
        </pc:picChg>
        <pc:picChg chg="add mod">
          <ac:chgData name="Brahim MOUMNI" userId="ba68a41e-9c37-4353-8b10-c2f699dfe727" providerId="ADAL" clId="{6764DE22-E822-4CBD-8C16-B254B8EEFE9A}" dt="2026-10-08T19:17:35.035" v="1880" actId="1076"/>
          <ac:picMkLst>
            <pc:docMk/>
            <pc:sldMk cId="442092548" sldId="2147472927"/>
            <ac:picMk id="15" creationId="{3F40F362-53A9-9312-D1D9-6171B4BD4CF3}"/>
          </ac:picMkLst>
        </pc:picChg>
        <pc:picChg chg="add mod">
          <ac:chgData name="Brahim MOUMNI" userId="ba68a41e-9c37-4353-8b10-c2f699dfe727" providerId="ADAL" clId="{6764DE22-E822-4CBD-8C16-B254B8EEFE9A}" dt="2026-10-08T19:18:53.023" v="1886" actId="1076"/>
          <ac:picMkLst>
            <pc:docMk/>
            <pc:sldMk cId="442092548" sldId="2147472927"/>
            <ac:picMk id="17" creationId="{27FCEAF6-52B1-D544-55D6-B1C7E72E5844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4:52:09.899" v="3611" actId="313"/>
        <pc:sldMkLst>
          <pc:docMk/>
          <pc:sldMk cId="1054036679" sldId="2147472929"/>
        </pc:sldMkLst>
        <pc:spChg chg="mod">
          <ac:chgData name="Brahim MOUMNI" userId="ba68a41e-9c37-4353-8b10-c2f699dfe727" providerId="ADAL" clId="{6764DE22-E822-4CBD-8C16-B254B8EEFE9A}" dt="2026-10-09T14:52:09.899" v="3611" actId="313"/>
          <ac:spMkLst>
            <pc:docMk/>
            <pc:sldMk cId="1054036679" sldId="2147472929"/>
            <ac:spMk id="10" creationId="{495EA9B0-767A-6CEE-E03E-641056ACADA2}"/>
          </ac:spMkLst>
        </pc:spChg>
        <pc:picChg chg="add mod">
          <ac:chgData name="Brahim MOUMNI" userId="ba68a41e-9c37-4353-8b10-c2f699dfe727" providerId="ADAL" clId="{6764DE22-E822-4CBD-8C16-B254B8EEFE9A}" dt="2026-10-08T11:06:30.195" v="623" actId="14100"/>
          <ac:picMkLst>
            <pc:docMk/>
            <pc:sldMk cId="1054036679" sldId="2147472929"/>
            <ac:picMk id="12" creationId="{9432BB48-73CA-C0EB-8B49-E1F88A37BB3C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1:25:33.621" v="748" actId="1076"/>
        <pc:sldMkLst>
          <pc:docMk/>
          <pc:sldMk cId="3762990246" sldId="2147472930"/>
        </pc:sldMkLst>
        <pc:spChg chg="mod">
          <ac:chgData name="Brahim MOUMNI" userId="ba68a41e-9c37-4353-8b10-c2f699dfe727" providerId="ADAL" clId="{6764DE22-E822-4CBD-8C16-B254B8EEFE9A}" dt="2026-10-07T10:16:31.893" v="146" actId="20577"/>
          <ac:spMkLst>
            <pc:docMk/>
            <pc:sldMk cId="3762990246" sldId="2147472930"/>
            <ac:spMk id="2" creationId="{35FDBEF8-B3E7-6A6C-175D-187C5878B46B}"/>
          </ac:spMkLst>
        </pc:spChg>
        <pc:spChg chg="add mod">
          <ac:chgData name="Brahim MOUMNI" userId="ba68a41e-9c37-4353-8b10-c2f699dfe727" providerId="ADAL" clId="{6764DE22-E822-4CBD-8C16-B254B8EEFE9A}" dt="2026-10-08T11:25:20.993" v="746" actId="14100"/>
          <ac:spMkLst>
            <pc:docMk/>
            <pc:sldMk cId="3762990246" sldId="2147472930"/>
            <ac:spMk id="22" creationId="{8778A890-9C65-A721-1759-B1C51E187FC6}"/>
          </ac:spMkLst>
        </pc:spChg>
        <pc:picChg chg="mod">
          <ac:chgData name="Brahim MOUMNI" userId="ba68a41e-9c37-4353-8b10-c2f699dfe727" providerId="ADAL" clId="{6764DE22-E822-4CBD-8C16-B254B8EEFE9A}" dt="2026-10-08T11:22:18.397" v="701" actId="1076"/>
          <ac:picMkLst>
            <pc:docMk/>
            <pc:sldMk cId="3762990246" sldId="2147472930"/>
            <ac:picMk id="13" creationId="{D0C136A5-B158-7E2B-7807-2E3DAB15A62B}"/>
          </ac:picMkLst>
        </pc:picChg>
        <pc:picChg chg="mod">
          <ac:chgData name="Brahim MOUMNI" userId="ba68a41e-9c37-4353-8b10-c2f699dfe727" providerId="ADAL" clId="{6764DE22-E822-4CBD-8C16-B254B8EEFE9A}" dt="2026-10-08T11:22:55.627" v="726" actId="1076"/>
          <ac:picMkLst>
            <pc:docMk/>
            <pc:sldMk cId="3762990246" sldId="2147472930"/>
            <ac:picMk id="14" creationId="{C329A7DC-120F-2B73-4448-CBA8FC680770}"/>
          </ac:picMkLst>
        </pc:picChg>
        <pc:picChg chg="add mod ord">
          <ac:chgData name="Brahim MOUMNI" userId="ba68a41e-9c37-4353-8b10-c2f699dfe727" providerId="ADAL" clId="{6764DE22-E822-4CBD-8C16-B254B8EEFE9A}" dt="2026-10-08T11:22:42.165" v="724" actId="1036"/>
          <ac:picMkLst>
            <pc:docMk/>
            <pc:sldMk cId="3762990246" sldId="2147472930"/>
            <ac:picMk id="16" creationId="{A0DD12A7-8760-1D2E-05BD-88A60D1E85EF}"/>
          </ac:picMkLst>
        </pc:picChg>
        <pc:picChg chg="add mod">
          <ac:chgData name="Brahim MOUMNI" userId="ba68a41e-9c37-4353-8b10-c2f699dfe727" providerId="ADAL" clId="{6764DE22-E822-4CBD-8C16-B254B8EEFE9A}" dt="2026-10-08T11:22:42.165" v="724" actId="1036"/>
          <ac:picMkLst>
            <pc:docMk/>
            <pc:sldMk cId="3762990246" sldId="2147472930"/>
            <ac:picMk id="20" creationId="{9F1B761F-272E-CA0C-EF7C-1A682039C238}"/>
          </ac:picMkLst>
        </pc:picChg>
        <pc:picChg chg="mod">
          <ac:chgData name="Brahim MOUMNI" userId="ba68a41e-9c37-4353-8b10-c2f699dfe727" providerId="ADAL" clId="{6764DE22-E822-4CBD-8C16-B254B8EEFE9A}" dt="2026-10-08T11:22:15.002" v="700" actId="1076"/>
          <ac:picMkLst>
            <pc:docMk/>
            <pc:sldMk cId="3762990246" sldId="2147472930"/>
            <ac:picMk id="24" creationId="{67916A6A-29E1-21A4-DA9E-41BF07661BD1}"/>
          </ac:picMkLst>
        </pc:picChg>
        <pc:picChg chg="add mod ord">
          <ac:chgData name="Brahim MOUMNI" userId="ba68a41e-9c37-4353-8b10-c2f699dfe727" providerId="ADAL" clId="{6764DE22-E822-4CBD-8C16-B254B8EEFE9A}" dt="2026-10-08T11:22:42.165" v="724" actId="1036"/>
          <ac:picMkLst>
            <pc:docMk/>
            <pc:sldMk cId="3762990246" sldId="2147472930"/>
            <ac:picMk id="26" creationId="{83FED2B8-394B-760B-C64F-0D04FF6BFA70}"/>
          </ac:picMkLst>
        </pc:picChg>
        <pc:picChg chg="add mod">
          <ac:chgData name="Brahim MOUMNI" userId="ba68a41e-9c37-4353-8b10-c2f699dfe727" providerId="ADAL" clId="{6764DE22-E822-4CBD-8C16-B254B8EEFE9A}" dt="2026-10-08T11:22:42.165" v="724" actId="1036"/>
          <ac:picMkLst>
            <pc:docMk/>
            <pc:sldMk cId="3762990246" sldId="2147472930"/>
            <ac:picMk id="28" creationId="{3580AB4D-A3CF-3800-A140-C42540D66C93}"/>
          </ac:picMkLst>
        </pc:picChg>
        <pc:picChg chg="add mod">
          <ac:chgData name="Brahim MOUMNI" userId="ba68a41e-9c37-4353-8b10-c2f699dfe727" providerId="ADAL" clId="{6764DE22-E822-4CBD-8C16-B254B8EEFE9A}" dt="2026-10-08T11:22:51.313" v="725" actId="1076"/>
          <ac:picMkLst>
            <pc:docMk/>
            <pc:sldMk cId="3762990246" sldId="2147472930"/>
            <ac:picMk id="30" creationId="{6AE5EFD1-0528-31C9-AF13-81B60AFCBADC}"/>
          </ac:picMkLst>
        </pc:picChg>
        <pc:cxnChg chg="mod">
          <ac:chgData name="Brahim MOUMNI" userId="ba68a41e-9c37-4353-8b10-c2f699dfe727" providerId="ADAL" clId="{6764DE22-E822-4CBD-8C16-B254B8EEFE9A}" dt="2026-10-08T11:24:02.349" v="738" actId="1076"/>
          <ac:cxnSpMkLst>
            <pc:docMk/>
            <pc:sldMk cId="3762990246" sldId="2147472930"/>
            <ac:cxnSpMk id="8" creationId="{0298D5C9-9887-E609-9CDF-567BA33502D1}"/>
          </ac:cxnSpMkLst>
        </pc:cxnChg>
        <pc:cxnChg chg="add mod">
          <ac:chgData name="Brahim MOUMNI" userId="ba68a41e-9c37-4353-8b10-c2f699dfe727" providerId="ADAL" clId="{6764DE22-E822-4CBD-8C16-B254B8EEFE9A}" dt="2026-10-08T11:23:51.958" v="735" actId="208"/>
          <ac:cxnSpMkLst>
            <pc:docMk/>
            <pc:sldMk cId="3762990246" sldId="2147472930"/>
            <ac:cxnSpMk id="25" creationId="{43733390-3DC3-BB3D-A4CA-AFF1CC25F8F0}"/>
          </ac:cxnSpMkLst>
        </pc:cxnChg>
        <pc:cxnChg chg="add mod">
          <ac:chgData name="Brahim MOUMNI" userId="ba68a41e-9c37-4353-8b10-c2f699dfe727" providerId="ADAL" clId="{6764DE22-E822-4CBD-8C16-B254B8EEFE9A}" dt="2026-10-08T11:25:33.621" v="748" actId="1076"/>
          <ac:cxnSpMkLst>
            <pc:docMk/>
            <pc:sldMk cId="3762990246" sldId="2147472930"/>
            <ac:cxnSpMk id="31" creationId="{A4D3EC38-BAAE-5F91-E0E0-543562C642D8}"/>
          </ac:cxnSpMkLst>
        </pc:cxnChg>
      </pc:sldChg>
      <pc:sldChg chg="addSp delSp modSp mod">
        <pc:chgData name="Brahim MOUMNI" userId="ba68a41e-9c37-4353-8b10-c2f699dfe727" providerId="ADAL" clId="{6764DE22-E822-4CBD-8C16-B254B8EEFE9A}" dt="2026-10-08T14:39:40.912" v="1461" actId="20577"/>
        <pc:sldMkLst>
          <pc:docMk/>
          <pc:sldMk cId="564159486" sldId="2147472943"/>
        </pc:sldMkLst>
        <pc:spChg chg="mod">
          <ac:chgData name="Brahim MOUMNI" userId="ba68a41e-9c37-4353-8b10-c2f699dfe727" providerId="ADAL" clId="{6764DE22-E822-4CBD-8C16-B254B8EEFE9A}" dt="2026-10-08T14:39:40.912" v="1461" actId="20577"/>
          <ac:spMkLst>
            <pc:docMk/>
            <pc:sldMk cId="564159486" sldId="2147472943"/>
            <ac:spMk id="2" creationId="{D0E4B8E2-39F7-2083-62B8-1E2B21E744FE}"/>
          </ac:spMkLst>
        </pc:spChg>
        <pc:spChg chg="mod">
          <ac:chgData name="Brahim MOUMNI" userId="ba68a41e-9c37-4353-8b10-c2f699dfe727" providerId="ADAL" clId="{6764DE22-E822-4CBD-8C16-B254B8EEFE9A}" dt="2026-10-08T14:36:21.444" v="1415" actId="20577"/>
          <ac:spMkLst>
            <pc:docMk/>
            <pc:sldMk cId="564159486" sldId="2147472943"/>
            <ac:spMk id="16" creationId="{E18D6960-54C7-5D3A-15DE-E88A3AD92955}"/>
          </ac:spMkLst>
        </pc:spChg>
        <pc:picChg chg="add mod">
          <ac:chgData name="Brahim MOUMNI" userId="ba68a41e-9c37-4353-8b10-c2f699dfe727" providerId="ADAL" clId="{6764DE22-E822-4CBD-8C16-B254B8EEFE9A}" dt="2026-10-08T09:45:54.214" v="368" actId="1076"/>
          <ac:picMkLst>
            <pc:docMk/>
            <pc:sldMk cId="564159486" sldId="2147472943"/>
            <ac:picMk id="5" creationId="{34CF92E5-6B9F-6A15-35FF-1E547F5F4AAC}"/>
          </ac:picMkLst>
        </pc:picChg>
        <pc:picChg chg="add mod">
          <ac:chgData name="Brahim MOUMNI" userId="ba68a41e-9c37-4353-8b10-c2f699dfe727" providerId="ADAL" clId="{6764DE22-E822-4CBD-8C16-B254B8EEFE9A}" dt="2026-10-08T14:35:35.969" v="1395" actId="1076"/>
          <ac:picMkLst>
            <pc:docMk/>
            <pc:sldMk cId="564159486" sldId="2147472943"/>
            <ac:picMk id="14" creationId="{E42D899D-D811-4F8B-855E-31E69087293E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44:32.360" v="4164" actId="20577"/>
        <pc:sldMkLst>
          <pc:docMk/>
          <pc:sldMk cId="446969687" sldId="2147472981"/>
        </pc:sldMkLst>
        <pc:spChg chg="mod">
          <ac:chgData name="Brahim MOUMNI" userId="ba68a41e-9c37-4353-8b10-c2f699dfe727" providerId="ADAL" clId="{6764DE22-E822-4CBD-8C16-B254B8EEFE9A}" dt="2026-10-08T19:35:56.727" v="2062" actId="20577"/>
          <ac:spMkLst>
            <pc:docMk/>
            <pc:sldMk cId="446969687" sldId="2147472981"/>
            <ac:spMk id="3" creationId="{C1E6448C-6A62-F42A-CA91-ED5B3BCC7549}"/>
          </ac:spMkLst>
        </pc:spChg>
        <pc:spChg chg="mod">
          <ac:chgData name="Brahim MOUMNI" userId="ba68a41e-9c37-4353-8b10-c2f699dfe727" providerId="ADAL" clId="{6764DE22-E822-4CBD-8C16-B254B8EEFE9A}" dt="2026-10-10T06:44:32.360" v="4164" actId="20577"/>
          <ac:spMkLst>
            <pc:docMk/>
            <pc:sldMk cId="446969687" sldId="2147472981"/>
            <ac:spMk id="30" creationId="{34B9B885-DCED-B003-48AA-63ED743BF629}"/>
          </ac:spMkLst>
        </pc:spChg>
        <pc:picChg chg="add mod">
          <ac:chgData name="Brahim MOUMNI" userId="ba68a41e-9c37-4353-8b10-c2f699dfe727" providerId="ADAL" clId="{6764DE22-E822-4CBD-8C16-B254B8EEFE9A}" dt="2026-10-08T20:42:06.792" v="2229" actId="1076"/>
          <ac:picMkLst>
            <pc:docMk/>
            <pc:sldMk cId="446969687" sldId="2147472981"/>
            <ac:picMk id="12" creationId="{E88ECD6E-2DA4-CC8F-2543-7A6F09C09F5A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59:05.659" v="4311" actId="20577"/>
        <pc:sldMkLst>
          <pc:docMk/>
          <pc:sldMk cId="2418275610" sldId="2147472982"/>
        </pc:sldMkLst>
        <pc:spChg chg="mod">
          <ac:chgData name="Brahim MOUMNI" userId="ba68a41e-9c37-4353-8b10-c2f699dfe727" providerId="ADAL" clId="{6764DE22-E822-4CBD-8C16-B254B8EEFE9A}" dt="2026-10-08T20:42:13.596" v="2232" actId="20577"/>
          <ac:spMkLst>
            <pc:docMk/>
            <pc:sldMk cId="2418275610" sldId="2147472982"/>
            <ac:spMk id="3" creationId="{FFB10479-FB1F-EBB9-A1BC-277B08423F4F}"/>
          </ac:spMkLst>
        </pc:spChg>
        <pc:spChg chg="mod">
          <ac:chgData name="Brahim MOUMNI" userId="ba68a41e-9c37-4353-8b10-c2f699dfe727" providerId="ADAL" clId="{6764DE22-E822-4CBD-8C16-B254B8EEFE9A}" dt="2026-10-10T06:59:05.659" v="4311" actId="20577"/>
          <ac:spMkLst>
            <pc:docMk/>
            <pc:sldMk cId="2418275610" sldId="2147472982"/>
            <ac:spMk id="19" creationId="{D80EFC9E-D6E0-03A6-2407-C68E30CF028A}"/>
          </ac:spMkLst>
        </pc:spChg>
        <pc:picChg chg="add mod">
          <ac:chgData name="Brahim MOUMNI" userId="ba68a41e-9c37-4353-8b10-c2f699dfe727" providerId="ADAL" clId="{6764DE22-E822-4CBD-8C16-B254B8EEFE9A}" dt="2026-10-08T20:42:28.069" v="2235" actId="1076"/>
          <ac:picMkLst>
            <pc:docMk/>
            <pc:sldMk cId="2418275610" sldId="2147472982"/>
            <ac:picMk id="11" creationId="{40521217-31B7-0FF1-5699-6F2628D315A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01:13.821" v="2435" actId="1076"/>
        <pc:sldMkLst>
          <pc:docMk/>
          <pc:sldMk cId="1878272324" sldId="2147472983"/>
        </pc:sldMkLst>
        <pc:spChg chg="mod">
          <ac:chgData name="Brahim MOUMNI" userId="ba68a41e-9c37-4353-8b10-c2f699dfe727" providerId="ADAL" clId="{6764DE22-E822-4CBD-8C16-B254B8EEFE9A}" dt="2026-10-08T20:59:03.333" v="2406" actId="20577"/>
          <ac:spMkLst>
            <pc:docMk/>
            <pc:sldMk cId="1878272324" sldId="2147472983"/>
            <ac:spMk id="3" creationId="{2F14D790-B5C7-ED08-43FC-39EA9EF4A112}"/>
          </ac:spMkLst>
        </pc:spChg>
        <pc:spChg chg="mod">
          <ac:chgData name="Brahim MOUMNI" userId="ba68a41e-9c37-4353-8b10-c2f699dfe727" providerId="ADAL" clId="{6764DE22-E822-4CBD-8C16-B254B8EEFE9A}" dt="2026-10-08T21:01:02.700" v="2432"/>
          <ac:spMkLst>
            <pc:docMk/>
            <pc:sldMk cId="1878272324" sldId="2147472983"/>
            <ac:spMk id="30" creationId="{9F229603-84B0-487E-4679-9AFDFB6A4670}"/>
          </ac:spMkLst>
        </pc:spChg>
        <pc:picChg chg="add mod">
          <ac:chgData name="Brahim MOUMNI" userId="ba68a41e-9c37-4353-8b10-c2f699dfe727" providerId="ADAL" clId="{6764DE22-E822-4CBD-8C16-B254B8EEFE9A}" dt="2026-10-08T21:01:13.821" v="2435" actId="1076"/>
          <ac:picMkLst>
            <pc:docMk/>
            <pc:sldMk cId="1878272324" sldId="2147472983"/>
            <ac:picMk id="10" creationId="{46E2FCEC-07FC-15D0-5036-E1E820D8F1B2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05:12.103" v="2477" actId="20577"/>
        <pc:sldMkLst>
          <pc:docMk/>
          <pc:sldMk cId="2612676788" sldId="2147472984"/>
        </pc:sldMkLst>
        <pc:spChg chg="mod">
          <ac:chgData name="Brahim MOUMNI" userId="ba68a41e-9c37-4353-8b10-c2f699dfe727" providerId="ADAL" clId="{6764DE22-E822-4CBD-8C16-B254B8EEFE9A}" dt="2026-10-08T21:01:18.975" v="2437" actId="20577"/>
          <ac:spMkLst>
            <pc:docMk/>
            <pc:sldMk cId="2612676788" sldId="2147472984"/>
            <ac:spMk id="3" creationId="{D8F75B8A-5A40-D7D2-CB5D-64D5A62D2DFD}"/>
          </ac:spMkLst>
        </pc:spChg>
        <pc:spChg chg="mod">
          <ac:chgData name="Brahim MOUMNI" userId="ba68a41e-9c37-4353-8b10-c2f699dfe727" providerId="ADAL" clId="{6764DE22-E822-4CBD-8C16-B254B8EEFE9A}" dt="2026-10-08T21:05:12.103" v="2477" actId="20577"/>
          <ac:spMkLst>
            <pc:docMk/>
            <pc:sldMk cId="2612676788" sldId="2147472984"/>
            <ac:spMk id="19" creationId="{4557B43B-4279-664D-0316-A7B254D2E316}"/>
          </ac:spMkLst>
        </pc:spChg>
        <pc:picChg chg="add mod">
          <ac:chgData name="Brahim MOUMNI" userId="ba68a41e-9c37-4353-8b10-c2f699dfe727" providerId="ADAL" clId="{6764DE22-E822-4CBD-8C16-B254B8EEFE9A}" dt="2026-10-08T21:03:22.183" v="2443" actId="1076"/>
          <ac:picMkLst>
            <pc:docMk/>
            <pc:sldMk cId="2612676788" sldId="2147472984"/>
            <ac:picMk id="8" creationId="{8F2ECEA4-5583-FD5B-4AF6-A0ABFD8B6BC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21:38:57.715" v="2784" actId="20577"/>
        <pc:sldMkLst>
          <pc:docMk/>
          <pc:sldMk cId="3287228470" sldId="2147472986"/>
        </pc:sldMkLst>
        <pc:spChg chg="mod">
          <ac:chgData name="Brahim MOUMNI" userId="ba68a41e-9c37-4353-8b10-c2f699dfe727" providerId="ADAL" clId="{6764DE22-E822-4CBD-8C16-B254B8EEFE9A}" dt="2026-10-08T21:27:12.694" v="2741" actId="20577"/>
          <ac:spMkLst>
            <pc:docMk/>
            <pc:sldMk cId="3287228470" sldId="2147472986"/>
            <ac:spMk id="3" creationId="{CDF53FAB-4B42-EEA3-6DD1-53EE39024EBE}"/>
          </ac:spMkLst>
        </pc:spChg>
        <pc:spChg chg="mod">
          <ac:chgData name="Brahim MOUMNI" userId="ba68a41e-9c37-4353-8b10-c2f699dfe727" providerId="ADAL" clId="{6764DE22-E822-4CBD-8C16-B254B8EEFE9A}" dt="2026-10-08T21:38:57.715" v="2784" actId="20577"/>
          <ac:spMkLst>
            <pc:docMk/>
            <pc:sldMk cId="3287228470" sldId="2147472986"/>
            <ac:spMk id="19" creationId="{0A9CBF74-3B3E-FCB3-1018-0C5A562E6691}"/>
          </ac:spMkLst>
        </pc:spChg>
        <pc:picChg chg="add mod">
          <ac:chgData name="Brahim MOUMNI" userId="ba68a41e-9c37-4353-8b10-c2f699dfe727" providerId="ADAL" clId="{6764DE22-E822-4CBD-8C16-B254B8EEFE9A}" dt="2026-10-08T21:37:12.207" v="2754" actId="1076"/>
          <ac:picMkLst>
            <pc:docMk/>
            <pc:sldMk cId="3287228470" sldId="2147472986"/>
            <ac:picMk id="11" creationId="{09A0738B-470E-C756-F239-11FBD9B00008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10:26.943" v="3768" actId="20577"/>
        <pc:sldMkLst>
          <pc:docMk/>
          <pc:sldMk cId="2314855136" sldId="2147472987"/>
        </pc:sldMkLst>
        <pc:spChg chg="mod">
          <ac:chgData name="Brahim MOUMNI" userId="ba68a41e-9c37-4353-8b10-c2f699dfe727" providerId="ADAL" clId="{6764DE22-E822-4CBD-8C16-B254B8EEFE9A}" dt="2026-10-08T12:50:36.514" v="1371" actId="20577"/>
          <ac:spMkLst>
            <pc:docMk/>
            <pc:sldMk cId="2314855136" sldId="2147472987"/>
            <ac:spMk id="3" creationId="{0E0457AF-BA80-AB20-8250-8A31CDB50877}"/>
          </ac:spMkLst>
        </pc:spChg>
        <pc:spChg chg="mod">
          <ac:chgData name="Brahim MOUMNI" userId="ba68a41e-9c37-4353-8b10-c2f699dfe727" providerId="ADAL" clId="{6764DE22-E822-4CBD-8C16-B254B8EEFE9A}" dt="2026-10-10T06:10:26.943" v="3768" actId="20577"/>
          <ac:spMkLst>
            <pc:docMk/>
            <pc:sldMk cId="2314855136" sldId="2147472987"/>
            <ac:spMk id="12" creationId="{1E727F54-8326-D026-9234-8CCB0671116F}"/>
          </ac:spMkLst>
        </pc:spChg>
        <pc:spChg chg="mod">
          <ac:chgData name="Brahim MOUMNI" userId="ba68a41e-9c37-4353-8b10-c2f699dfe727" providerId="ADAL" clId="{6764DE22-E822-4CBD-8C16-B254B8EEFE9A}" dt="2026-10-08T09:43:52.970" v="361" actId="20577"/>
          <ac:spMkLst>
            <pc:docMk/>
            <pc:sldMk cId="2314855136" sldId="2147472987"/>
            <ac:spMk id="25" creationId="{189A1524-AB61-7ADF-F797-57F87EC51E9E}"/>
          </ac:spMkLst>
        </pc:spChg>
        <pc:picChg chg="add mod ord">
          <ac:chgData name="Brahim MOUMNI" userId="ba68a41e-9c37-4353-8b10-c2f699dfe727" providerId="ADAL" clId="{6764DE22-E822-4CBD-8C16-B254B8EEFE9A}" dt="2026-10-10T06:10:07.203" v="3743" actId="14100"/>
          <ac:picMkLst>
            <pc:docMk/>
            <pc:sldMk cId="2314855136" sldId="2147472987"/>
            <ac:picMk id="9" creationId="{A89DDBF7-16DD-915F-68C8-A46CF3D592D0}"/>
          </ac:picMkLst>
        </pc:picChg>
        <pc:picChg chg="add mod">
          <ac:chgData name="Brahim MOUMNI" userId="ba68a41e-9c37-4353-8b10-c2f699dfe727" providerId="ADAL" clId="{6764DE22-E822-4CBD-8C16-B254B8EEFE9A}" dt="2026-10-10T06:09:57.579" v="3741" actId="14100"/>
          <ac:picMkLst>
            <pc:docMk/>
            <pc:sldMk cId="2314855136" sldId="2147472987"/>
            <ac:picMk id="13" creationId="{DBF43D01-520D-1FEB-3037-F2D8488FFCB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09:34.748" v="3740" actId="20577"/>
        <pc:sldMkLst>
          <pc:docMk/>
          <pc:sldMk cId="3281340435" sldId="2147472988"/>
        </pc:sldMkLst>
        <pc:spChg chg="mod">
          <ac:chgData name="Brahim MOUMNI" userId="ba68a41e-9c37-4353-8b10-c2f699dfe727" providerId="ADAL" clId="{6764DE22-E822-4CBD-8C16-B254B8EEFE9A}" dt="2026-10-08T12:50:41.819" v="1373" actId="20577"/>
          <ac:spMkLst>
            <pc:docMk/>
            <pc:sldMk cId="3281340435" sldId="2147472988"/>
            <ac:spMk id="3" creationId="{F7392B4C-1893-8434-5BE1-24CCF8354341}"/>
          </ac:spMkLst>
        </pc:spChg>
        <pc:spChg chg="mod">
          <ac:chgData name="Brahim MOUMNI" userId="ba68a41e-9c37-4353-8b10-c2f699dfe727" providerId="ADAL" clId="{6764DE22-E822-4CBD-8C16-B254B8EEFE9A}" dt="2026-10-10T06:09:34.748" v="3740" actId="20577"/>
          <ac:spMkLst>
            <pc:docMk/>
            <pc:sldMk cId="3281340435" sldId="2147472988"/>
            <ac:spMk id="12" creationId="{53B3CB54-D76C-7558-F69D-D0B60D20A010}"/>
          </ac:spMkLst>
        </pc:spChg>
        <pc:spChg chg="mod">
          <ac:chgData name="Brahim MOUMNI" userId="ba68a41e-9c37-4353-8b10-c2f699dfe727" providerId="ADAL" clId="{6764DE22-E822-4CBD-8C16-B254B8EEFE9A}" dt="2026-10-07T12:41:30.581" v="252" actId="20577"/>
          <ac:spMkLst>
            <pc:docMk/>
            <pc:sldMk cId="3281340435" sldId="2147472988"/>
            <ac:spMk id="25" creationId="{70575AE4-03FB-B60A-93BE-18F4C69A9911}"/>
          </ac:spMkLst>
        </pc:spChg>
        <pc:picChg chg="add mod ord">
          <ac:chgData name="Brahim MOUMNI" userId="ba68a41e-9c37-4353-8b10-c2f699dfe727" providerId="ADAL" clId="{6764DE22-E822-4CBD-8C16-B254B8EEFE9A}" dt="2026-10-08T12:48:41.750" v="1354" actId="14100"/>
          <ac:picMkLst>
            <pc:docMk/>
            <pc:sldMk cId="3281340435" sldId="2147472988"/>
            <ac:picMk id="9" creationId="{D73A5C0A-84F5-B2C1-A5A1-E3D96C26ACA2}"/>
          </ac:picMkLst>
        </pc:picChg>
        <pc:picChg chg="add mod">
          <ac:chgData name="Brahim MOUMNI" userId="ba68a41e-9c37-4353-8b10-c2f699dfe727" providerId="ADAL" clId="{6764DE22-E822-4CBD-8C16-B254B8EEFE9A}" dt="2026-10-08T12:48:34.722" v="1352" actId="14100"/>
          <ac:picMkLst>
            <pc:docMk/>
            <pc:sldMk cId="3281340435" sldId="2147472988"/>
            <ac:picMk id="11" creationId="{3A96E050-6AB5-58BB-7702-554774D7B9A1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10:52.173" v="3770" actId="14100"/>
        <pc:sldMkLst>
          <pc:docMk/>
          <pc:sldMk cId="2526916042" sldId="2147472989"/>
        </pc:sldMkLst>
        <pc:spChg chg="mod">
          <ac:chgData name="Brahim MOUMNI" userId="ba68a41e-9c37-4353-8b10-c2f699dfe727" providerId="ADAL" clId="{6764DE22-E822-4CBD-8C16-B254B8EEFE9A}" dt="2026-10-08T14:39:32.179" v="1459" actId="6549"/>
          <ac:spMkLst>
            <pc:docMk/>
            <pc:sldMk cId="2526916042" sldId="2147472989"/>
            <ac:spMk id="2" creationId="{92499E16-7F70-84E9-55CC-0C0AAC551944}"/>
          </ac:spMkLst>
        </pc:spChg>
        <pc:spChg chg="mod">
          <ac:chgData name="Brahim MOUMNI" userId="ba68a41e-9c37-4353-8b10-c2f699dfe727" providerId="ADAL" clId="{6764DE22-E822-4CBD-8C16-B254B8EEFE9A}" dt="2026-10-08T14:39:26.008" v="1456" actId="20577"/>
          <ac:spMkLst>
            <pc:docMk/>
            <pc:sldMk cId="2526916042" sldId="2147472989"/>
            <ac:spMk id="16" creationId="{CCD0E17F-9D42-B492-DBDC-F00270B4BF2C}"/>
          </ac:spMkLst>
        </pc:spChg>
        <pc:picChg chg="add mod">
          <ac:chgData name="Brahim MOUMNI" userId="ba68a41e-9c37-4353-8b10-c2f699dfe727" providerId="ADAL" clId="{6764DE22-E822-4CBD-8C16-B254B8EEFE9A}" dt="2026-10-10T06:10:52.173" v="3770" actId="14100"/>
          <ac:picMkLst>
            <pc:docMk/>
            <pc:sldMk cId="2526916042" sldId="2147472989"/>
            <ac:picMk id="7" creationId="{25E6FF4B-9680-BE08-DB0D-0AFFCE43D920}"/>
          </ac:picMkLst>
        </pc:picChg>
        <pc:picChg chg="add mod">
          <ac:chgData name="Brahim MOUMNI" userId="ba68a41e-9c37-4353-8b10-c2f699dfe727" providerId="ADAL" clId="{6764DE22-E822-4CBD-8C16-B254B8EEFE9A}" dt="2026-10-08T14:38:10.573" v="1418" actId="1076"/>
          <ac:picMkLst>
            <pc:docMk/>
            <pc:sldMk cId="2526916042" sldId="2147472989"/>
            <ac:picMk id="10" creationId="{B680D2F5-0AFD-2DF4-02AE-A11A3CDC26A7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8T19:35:18.125" v="2060" actId="108"/>
        <pc:sldMkLst>
          <pc:docMk/>
          <pc:sldMk cId="786721727" sldId="2147472992"/>
        </pc:sldMkLst>
        <pc:picChg chg="add mod">
          <ac:chgData name="Brahim MOUMNI" userId="ba68a41e-9c37-4353-8b10-c2f699dfe727" providerId="ADAL" clId="{6764DE22-E822-4CBD-8C16-B254B8EEFE9A}" dt="2026-10-08T19:35:09.458" v="2057" actId="1076"/>
          <ac:picMkLst>
            <pc:docMk/>
            <pc:sldMk cId="786721727" sldId="2147472992"/>
            <ac:picMk id="10" creationId="{D9BD75A9-F135-1440-C6F0-653EAEB6F873}"/>
          </ac:picMkLst>
        </pc:picChg>
        <pc:picChg chg="add mod">
          <ac:chgData name="Brahim MOUMNI" userId="ba68a41e-9c37-4353-8b10-c2f699dfe727" providerId="ADAL" clId="{6764DE22-E822-4CBD-8C16-B254B8EEFE9A}" dt="2026-10-08T19:35:11.676" v="2058" actId="1076"/>
          <ac:picMkLst>
            <pc:docMk/>
            <pc:sldMk cId="786721727" sldId="2147472992"/>
            <ac:picMk id="13" creationId="{5A9FA5B0-3D4B-46CB-B610-A7D023D34259}"/>
          </ac:picMkLst>
        </pc:picChg>
        <pc:picChg chg="add mod">
          <ac:chgData name="Brahim MOUMNI" userId="ba68a41e-9c37-4353-8b10-c2f699dfe727" providerId="ADAL" clId="{6764DE22-E822-4CBD-8C16-B254B8EEFE9A}" dt="2026-10-08T19:35:18.125" v="2060" actId="108"/>
          <ac:picMkLst>
            <pc:docMk/>
            <pc:sldMk cId="786721727" sldId="2147472992"/>
            <ac:picMk id="16" creationId="{3E9BAAE6-4EB4-F650-1B67-FD13086AAA79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0:10:11.321" v="3336" actId="1076"/>
        <pc:sldMkLst>
          <pc:docMk/>
          <pc:sldMk cId="1510256603" sldId="2147473002"/>
        </pc:sldMkLst>
        <pc:spChg chg="mod">
          <ac:chgData name="Brahim MOUMNI" userId="ba68a41e-9c37-4353-8b10-c2f699dfe727" providerId="ADAL" clId="{6764DE22-E822-4CBD-8C16-B254B8EEFE9A}" dt="2026-10-09T09:22:31.352" v="2940" actId="20577"/>
          <ac:spMkLst>
            <pc:docMk/>
            <pc:sldMk cId="1510256603" sldId="2147473002"/>
            <ac:spMk id="3" creationId="{03A1ACC3-9870-C9E9-AB58-F8958E9ACBDD}"/>
          </ac:spMkLst>
        </pc:spChg>
        <pc:spChg chg="mod">
          <ac:chgData name="Brahim MOUMNI" userId="ba68a41e-9c37-4353-8b10-c2f699dfe727" providerId="ADAL" clId="{6764DE22-E822-4CBD-8C16-B254B8EEFE9A}" dt="2026-10-09T10:05:31.675" v="3289" actId="20577"/>
          <ac:spMkLst>
            <pc:docMk/>
            <pc:sldMk cId="1510256603" sldId="2147473002"/>
            <ac:spMk id="30" creationId="{BC535361-C8BA-2AE8-437E-B354A04A2C31}"/>
          </ac:spMkLst>
        </pc:spChg>
        <pc:picChg chg="add mod">
          <ac:chgData name="Brahim MOUMNI" userId="ba68a41e-9c37-4353-8b10-c2f699dfe727" providerId="ADAL" clId="{6764DE22-E822-4CBD-8C16-B254B8EEFE9A}" dt="2026-10-09T10:10:11.321" v="3336" actId="1076"/>
          <ac:picMkLst>
            <pc:docMk/>
            <pc:sldMk cId="1510256603" sldId="2147473002"/>
            <ac:picMk id="10" creationId="{E0DEB424-FB41-9B76-8482-16AD6D6CC585}"/>
          </ac:picMkLst>
        </pc:picChg>
        <pc:picChg chg="del">
          <ac:chgData name="Brahim MOUMNI" userId="ba68a41e-9c37-4353-8b10-c2f699dfe727" providerId="ADAL" clId="{6764DE22-E822-4CBD-8C16-B254B8EEFE9A}" dt="2026-10-09T10:05:14.422" v="3270" actId="478"/>
          <ac:picMkLst>
            <pc:docMk/>
            <pc:sldMk cId="1510256603" sldId="2147473002"/>
            <ac:picMk id="11" creationId="{57469DD1-DAD5-622E-F872-E24328182118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0:10:15.994" v="3338" actId="20577"/>
        <pc:sldMkLst>
          <pc:docMk/>
          <pc:sldMk cId="1538432655" sldId="2147473003"/>
        </pc:sldMkLst>
        <pc:spChg chg="mod">
          <ac:chgData name="Brahim MOUMNI" userId="ba68a41e-9c37-4353-8b10-c2f699dfe727" providerId="ADAL" clId="{6764DE22-E822-4CBD-8C16-B254B8EEFE9A}" dt="2026-10-09T10:10:15.994" v="3338" actId="20577"/>
          <ac:spMkLst>
            <pc:docMk/>
            <pc:sldMk cId="1538432655" sldId="2147473003"/>
            <ac:spMk id="3" creationId="{5987F4FA-7159-C982-DC88-074E32B7ADC2}"/>
          </ac:spMkLst>
        </pc:spChg>
        <pc:spChg chg="mod">
          <ac:chgData name="Brahim MOUMNI" userId="ba68a41e-9c37-4353-8b10-c2f699dfe727" providerId="ADAL" clId="{6764DE22-E822-4CBD-8C16-B254B8EEFE9A}" dt="2026-10-09T10:09:25.020" v="3335" actId="20577"/>
          <ac:spMkLst>
            <pc:docMk/>
            <pc:sldMk cId="1538432655" sldId="2147473003"/>
            <ac:spMk id="19" creationId="{624D5669-D7B3-FA30-0F3A-C75C870866BD}"/>
          </ac:spMkLst>
        </pc:spChg>
        <pc:picChg chg="add mod">
          <ac:chgData name="Brahim MOUMNI" userId="ba68a41e-9c37-4353-8b10-c2f699dfe727" providerId="ADAL" clId="{6764DE22-E822-4CBD-8C16-B254B8EEFE9A}" dt="2026-10-09T10:05:54.925" v="3295" actId="1076"/>
          <ac:picMkLst>
            <pc:docMk/>
            <pc:sldMk cId="1538432655" sldId="2147473003"/>
            <ac:picMk id="8" creationId="{670FC3B8-85B8-9261-0C93-0C45E731AEE9}"/>
          </ac:picMkLst>
        </pc:picChg>
        <pc:picChg chg="del">
          <ac:chgData name="Brahim MOUMNI" userId="ba68a41e-9c37-4353-8b10-c2f699dfe727" providerId="ADAL" clId="{6764DE22-E822-4CBD-8C16-B254B8EEFE9A}" dt="2026-10-09T10:05:46.279" v="3291" actId="478"/>
          <ac:picMkLst>
            <pc:docMk/>
            <pc:sldMk cId="1538432655" sldId="2147473003"/>
            <ac:picMk id="9" creationId="{7984B3E9-7D1A-9FC0-F571-476E696F9D2F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0:13:41.518" v="3418" actId="6549"/>
        <pc:sldMkLst>
          <pc:docMk/>
          <pc:sldMk cId="2598445333" sldId="2147473005"/>
        </pc:sldMkLst>
        <pc:spChg chg="mod">
          <ac:chgData name="Brahim MOUMNI" userId="ba68a41e-9c37-4353-8b10-c2f699dfe727" providerId="ADAL" clId="{6764DE22-E822-4CBD-8C16-B254B8EEFE9A}" dt="2026-10-09T10:10:43.097" v="3342" actId="20577"/>
          <ac:spMkLst>
            <pc:docMk/>
            <pc:sldMk cId="2598445333" sldId="2147473005"/>
            <ac:spMk id="3" creationId="{9C42681B-A2E2-C614-617C-D1C8329BE386}"/>
          </ac:spMkLst>
        </pc:spChg>
        <pc:spChg chg="mod">
          <ac:chgData name="Brahim MOUMNI" userId="ba68a41e-9c37-4353-8b10-c2f699dfe727" providerId="ADAL" clId="{6764DE22-E822-4CBD-8C16-B254B8EEFE9A}" dt="2026-10-09T10:13:41.518" v="3418" actId="6549"/>
          <ac:spMkLst>
            <pc:docMk/>
            <pc:sldMk cId="2598445333" sldId="2147473005"/>
            <ac:spMk id="19" creationId="{B9E7FD9F-EBF6-4FF4-2C4B-2C30CC68A19A}"/>
          </ac:spMkLst>
        </pc:spChg>
        <pc:picChg chg="add mod">
          <ac:chgData name="Brahim MOUMNI" userId="ba68a41e-9c37-4353-8b10-c2f699dfe727" providerId="ADAL" clId="{6764DE22-E822-4CBD-8C16-B254B8EEFE9A}" dt="2026-10-09T10:13:34.682" v="3412" actId="1076"/>
          <ac:picMkLst>
            <pc:docMk/>
            <pc:sldMk cId="2598445333" sldId="2147473005"/>
            <ac:picMk id="8" creationId="{E0F2CF8E-522D-655A-1770-E1D1783922BB}"/>
          </ac:picMkLst>
        </pc:picChg>
        <pc:picChg chg="del mod">
          <ac:chgData name="Brahim MOUMNI" userId="ba68a41e-9c37-4353-8b10-c2f699dfe727" providerId="ADAL" clId="{6764DE22-E822-4CBD-8C16-B254B8EEFE9A}" dt="2026-10-09T10:13:26.217" v="3408" actId="478"/>
          <ac:picMkLst>
            <pc:docMk/>
            <pc:sldMk cId="2598445333" sldId="2147473005"/>
            <ac:picMk id="11" creationId="{70C16A01-6A20-2EDF-0BEC-204C9004AB2B}"/>
          </ac:picMkLst>
        </pc:picChg>
      </pc:sldChg>
      <pc:sldChg chg="addSp delSp modSp mod">
        <pc:chgData name="Brahim MOUMNI" userId="ba68a41e-9c37-4353-8b10-c2f699dfe727" providerId="ADAL" clId="{6764DE22-E822-4CBD-8C16-B254B8EEFE9A}" dt="2026-10-10T06:16:20.982" v="3978" actId="20577"/>
        <pc:sldMkLst>
          <pc:docMk/>
          <pc:sldMk cId="3628970637" sldId="2147473015"/>
        </pc:sldMkLst>
        <pc:spChg chg="del mod">
          <ac:chgData name="Brahim MOUMNI" userId="ba68a41e-9c37-4353-8b10-c2f699dfe727" providerId="ADAL" clId="{6764DE22-E822-4CBD-8C16-B254B8EEFE9A}" dt="2026-10-10T06:15:10.838" v="3882" actId="478"/>
          <ac:spMkLst>
            <pc:docMk/>
            <pc:sldMk cId="3628970637" sldId="2147473015"/>
            <ac:spMk id="9" creationId="{76358FD5-1608-5EEB-D0F6-CEDCE3063DFE}"/>
          </ac:spMkLst>
        </pc:spChg>
        <pc:spChg chg="add mod">
          <ac:chgData name="Brahim MOUMNI" userId="ba68a41e-9c37-4353-8b10-c2f699dfe727" providerId="ADAL" clId="{6764DE22-E822-4CBD-8C16-B254B8EEFE9A}" dt="2026-10-08T10:12:23.725" v="391" actId="20577"/>
          <ac:spMkLst>
            <pc:docMk/>
            <pc:sldMk cId="3628970637" sldId="2147473015"/>
            <ac:spMk id="10" creationId="{9F8A3B12-35AD-83C2-EEE8-9692AF81E6D5}"/>
          </ac:spMkLst>
        </pc:spChg>
        <pc:spChg chg="mod">
          <ac:chgData name="Brahim MOUMNI" userId="ba68a41e-9c37-4353-8b10-c2f699dfe727" providerId="ADAL" clId="{6764DE22-E822-4CBD-8C16-B254B8EEFE9A}" dt="2026-10-10T06:16:20.982" v="3978" actId="20577"/>
          <ac:spMkLst>
            <pc:docMk/>
            <pc:sldMk cId="3628970637" sldId="2147473015"/>
            <ac:spMk id="11" creationId="{69A27310-9324-0937-5F70-B3C0A330B5A4}"/>
          </ac:spMkLst>
        </pc:spChg>
        <pc:spChg chg="mod">
          <ac:chgData name="Brahim MOUMNI" userId="ba68a41e-9c37-4353-8b10-c2f699dfe727" providerId="ADAL" clId="{6764DE22-E822-4CBD-8C16-B254B8EEFE9A}" dt="2026-10-08T10:11:48.277" v="380" actId="1076"/>
          <ac:spMkLst>
            <pc:docMk/>
            <pc:sldMk cId="3628970637" sldId="2147473015"/>
            <ac:spMk id="13" creationId="{4F05A8C3-B44C-8C5A-5313-8BB193BD62AB}"/>
          </ac:spMkLst>
        </pc:spChg>
        <pc:picChg chg="add mod">
          <ac:chgData name="Brahim MOUMNI" userId="ba68a41e-9c37-4353-8b10-c2f699dfe727" providerId="ADAL" clId="{6764DE22-E822-4CBD-8C16-B254B8EEFE9A}" dt="2026-10-08T10:12:17.545" v="388" actId="1076"/>
          <ac:picMkLst>
            <pc:docMk/>
            <pc:sldMk cId="3628970637" sldId="2147473015"/>
            <ac:picMk id="5" creationId="{9A1382DC-EE68-98DD-45C1-7F4189FADEFA}"/>
          </ac:picMkLst>
        </pc:picChg>
        <pc:picChg chg="del mod">
          <ac:chgData name="Brahim MOUMNI" userId="ba68a41e-9c37-4353-8b10-c2f699dfe727" providerId="ADAL" clId="{6764DE22-E822-4CBD-8C16-B254B8EEFE9A}" dt="2026-10-10T06:15:05.009" v="3881" actId="478"/>
          <ac:picMkLst>
            <pc:docMk/>
            <pc:sldMk cId="3628970637" sldId="2147473015"/>
            <ac:picMk id="7" creationId="{881697A6-4634-B8EA-30B7-80C00F700814}"/>
          </ac:picMkLst>
        </pc:picChg>
      </pc:sldChg>
      <pc:sldChg chg="addSp delSp modSp mod">
        <pc:chgData name="Brahim MOUMNI" userId="ba68a41e-9c37-4353-8b10-c2f699dfe727" providerId="ADAL" clId="{6764DE22-E822-4CBD-8C16-B254B8EEFE9A}" dt="2026-10-09T10:12:16.618" v="3402" actId="167"/>
        <pc:sldMkLst>
          <pc:docMk/>
          <pc:sldMk cId="292839555" sldId="2147473016"/>
        </pc:sldMkLst>
        <pc:spChg chg="mod">
          <ac:chgData name="Brahim MOUMNI" userId="ba68a41e-9c37-4353-8b10-c2f699dfe727" providerId="ADAL" clId="{6764DE22-E822-4CBD-8C16-B254B8EEFE9A}" dt="2026-10-09T10:10:21.962" v="3340" actId="20577"/>
          <ac:spMkLst>
            <pc:docMk/>
            <pc:sldMk cId="292839555" sldId="2147473016"/>
            <ac:spMk id="3" creationId="{2120F161-B641-747F-8BFB-99D439DE1E45}"/>
          </ac:spMkLst>
        </pc:spChg>
        <pc:spChg chg="mod">
          <ac:chgData name="Brahim MOUMNI" userId="ba68a41e-9c37-4353-8b10-c2f699dfe727" providerId="ADAL" clId="{6764DE22-E822-4CBD-8C16-B254B8EEFE9A}" dt="2026-10-09T10:11:50.890" v="3400" actId="20577"/>
          <ac:spMkLst>
            <pc:docMk/>
            <pc:sldMk cId="292839555" sldId="2147473016"/>
            <ac:spMk id="30" creationId="{D3DB84BE-3762-EDA0-66FA-E874939B9A4F}"/>
          </ac:spMkLst>
        </pc:spChg>
        <pc:picChg chg="add mod">
          <ac:chgData name="Brahim MOUMNI" userId="ba68a41e-9c37-4353-8b10-c2f699dfe727" providerId="ADAL" clId="{6764DE22-E822-4CBD-8C16-B254B8EEFE9A}" dt="2026-10-07T21:01:30.129" v="322" actId="14100"/>
          <ac:picMkLst>
            <pc:docMk/>
            <pc:sldMk cId="292839555" sldId="2147473016"/>
            <ac:picMk id="8" creationId="{8C7F6178-A4E1-B89F-2C7D-EBADC8D1867D}"/>
          </ac:picMkLst>
        </pc:picChg>
        <pc:picChg chg="add mod ord">
          <ac:chgData name="Brahim MOUMNI" userId="ba68a41e-9c37-4353-8b10-c2f699dfe727" providerId="ADAL" clId="{6764DE22-E822-4CBD-8C16-B254B8EEFE9A}" dt="2026-10-09T10:12:16.618" v="3402" actId="167"/>
          <ac:picMkLst>
            <pc:docMk/>
            <pc:sldMk cId="292839555" sldId="2147473016"/>
            <ac:picMk id="12" creationId="{95AF2D04-316F-4826-5ED0-8AEF09B70119}"/>
          </ac:picMkLst>
        </pc:picChg>
        <pc:picChg chg="mod">
          <ac:chgData name="Brahim MOUMNI" userId="ba68a41e-9c37-4353-8b10-c2f699dfe727" providerId="ADAL" clId="{6764DE22-E822-4CBD-8C16-B254B8EEFE9A}" dt="2026-10-07T21:00:07.323" v="318" actId="1076"/>
          <ac:picMkLst>
            <pc:docMk/>
            <pc:sldMk cId="292839555" sldId="2147473016"/>
            <ac:picMk id="17" creationId="{966A3981-EFE9-BDF4-96A1-7DDB802B9810}"/>
          </ac:picMkLst>
        </pc:picChg>
      </pc:sldChg>
      <pc:sldChg chg="addSp delSp modSp add mod">
        <pc:chgData name="Brahim MOUMNI" userId="ba68a41e-9c37-4353-8b10-c2f699dfe727" providerId="ADAL" clId="{6764DE22-E822-4CBD-8C16-B254B8EEFE9A}" dt="2026-10-10T06:04:32.822" v="3679" actId="478"/>
        <pc:sldMkLst>
          <pc:docMk/>
          <pc:sldMk cId="393828932" sldId="2147473017"/>
        </pc:sldMkLst>
        <pc:picChg chg="add mod">
          <ac:chgData name="Brahim MOUMNI" userId="ba68a41e-9c37-4353-8b10-c2f699dfe727" providerId="ADAL" clId="{6764DE22-E822-4CBD-8C16-B254B8EEFE9A}" dt="2026-10-10T06:03:59.262" v="3678" actId="1037"/>
          <ac:picMkLst>
            <pc:docMk/>
            <pc:sldMk cId="393828932" sldId="2147473017"/>
            <ac:picMk id="13" creationId="{5AE2D9DA-6265-E1FB-B713-9A7875B9F805}"/>
          </ac:picMkLst>
        </pc:picChg>
        <pc:picChg chg="add mod">
          <ac:chgData name="Brahim MOUMNI" userId="ba68a41e-9c37-4353-8b10-c2f699dfe727" providerId="ADAL" clId="{6764DE22-E822-4CBD-8C16-B254B8EEFE9A}" dt="2026-10-10T06:03:29.639" v="3624" actId="1076"/>
          <ac:picMkLst>
            <pc:docMk/>
            <pc:sldMk cId="393828932" sldId="2147473017"/>
            <ac:picMk id="17" creationId="{A155B1FA-29AE-BA80-3EFA-F4A28B14FBC8}"/>
          </ac:picMkLst>
        </pc:picChg>
        <pc:picChg chg="add mod">
          <ac:chgData name="Brahim MOUMNI" userId="ba68a41e-9c37-4353-8b10-c2f699dfe727" providerId="ADAL" clId="{6764DE22-E822-4CBD-8C16-B254B8EEFE9A}" dt="2026-10-10T06:03:42.982" v="3626" actId="14100"/>
          <ac:picMkLst>
            <pc:docMk/>
            <pc:sldMk cId="393828932" sldId="2147473017"/>
            <ac:picMk id="35" creationId="{814AACBB-4D38-0E70-2777-2BA2CA9E6C7F}"/>
          </ac:picMkLst>
        </pc:picChg>
        <pc:picChg chg="add mod">
          <ac:chgData name="Brahim MOUMNI" userId="ba68a41e-9c37-4353-8b10-c2f699dfe727" providerId="ADAL" clId="{6764DE22-E822-4CBD-8C16-B254B8EEFE9A}" dt="2026-10-10T06:03:50.826" v="3649" actId="1038"/>
          <ac:picMkLst>
            <pc:docMk/>
            <pc:sldMk cId="393828932" sldId="2147473017"/>
            <ac:picMk id="39" creationId="{F14D7211-3051-CE59-93B2-7551C8D0EF7F}"/>
          </ac:picMkLst>
        </pc:picChg>
        <pc:cxnChg chg="del">
          <ac:chgData name="Brahim MOUMNI" userId="ba68a41e-9c37-4353-8b10-c2f699dfe727" providerId="ADAL" clId="{6764DE22-E822-4CBD-8C16-B254B8EEFE9A}" dt="2026-10-10T06:04:32.822" v="3679" actId="478"/>
          <ac:cxnSpMkLst>
            <pc:docMk/>
            <pc:sldMk cId="393828932" sldId="2147473017"/>
            <ac:cxnSpMk id="8" creationId="{E8F6CABA-EAC5-D54D-F93C-449D6C8B4E79}"/>
          </ac:cxnSpMkLst>
        </pc:cxnChg>
      </pc:sldChg>
      <pc:sldChg chg="addSp delSp modSp add mod ord">
        <pc:chgData name="Brahim MOUMNI" userId="ba68a41e-9c37-4353-8b10-c2f699dfe727" providerId="ADAL" clId="{6764DE22-E822-4CBD-8C16-B254B8EEFE9A}" dt="2026-10-09T14:52:51.870" v="3620" actId="20577"/>
        <pc:sldMkLst>
          <pc:docMk/>
          <pc:sldMk cId="2248495218" sldId="2147473018"/>
        </pc:sldMkLst>
        <pc:spChg chg="mod">
          <ac:chgData name="Brahim MOUMNI" userId="ba68a41e-9c37-4353-8b10-c2f699dfe727" providerId="ADAL" clId="{6764DE22-E822-4CBD-8C16-B254B8EEFE9A}" dt="2026-10-09T14:52:51.870" v="3620" actId="20577"/>
          <ac:spMkLst>
            <pc:docMk/>
            <pc:sldMk cId="2248495218" sldId="2147473018"/>
            <ac:spMk id="2" creationId="{C3E363ED-F4E4-66AB-ED4B-4EC42FDD333E}"/>
          </ac:spMkLst>
        </pc:spChg>
        <pc:spChg chg="add mod">
          <ac:chgData name="Brahim MOUMNI" userId="ba68a41e-9c37-4353-8b10-c2f699dfe727" providerId="ADAL" clId="{6764DE22-E822-4CBD-8C16-B254B8EEFE9A}" dt="2026-10-08T11:38:46.225" v="931" actId="1037"/>
          <ac:spMkLst>
            <pc:docMk/>
            <pc:sldMk cId="2248495218" sldId="2147473018"/>
            <ac:spMk id="22" creationId="{0D4929A7-8E02-178D-3F43-1D71D763245B}"/>
          </ac:spMkLst>
        </pc:spChg>
        <pc:picChg chg="mod">
          <ac:chgData name="Brahim MOUMNI" userId="ba68a41e-9c37-4353-8b10-c2f699dfe727" providerId="ADAL" clId="{6764DE22-E822-4CBD-8C16-B254B8EEFE9A}" dt="2026-10-08T11:36:53.514" v="906" actId="1038"/>
          <ac:picMkLst>
            <pc:docMk/>
            <pc:sldMk cId="2248495218" sldId="2147473018"/>
            <ac:picMk id="10" creationId="{AC9FB958-282D-D83B-5CA6-FD936B6DE256}"/>
          </ac:picMkLst>
        </pc:picChg>
        <pc:picChg chg="mod">
          <ac:chgData name="Brahim MOUMNI" userId="ba68a41e-9c37-4353-8b10-c2f699dfe727" providerId="ADAL" clId="{6764DE22-E822-4CBD-8C16-B254B8EEFE9A}" dt="2026-10-08T11:36:45.838" v="889" actId="1037"/>
          <ac:picMkLst>
            <pc:docMk/>
            <pc:sldMk cId="2248495218" sldId="2147473018"/>
            <ac:picMk id="16" creationId="{6040FF83-A7B0-D554-6226-6993BD558DFA}"/>
          </ac:picMkLst>
        </pc:picChg>
        <pc:picChg chg="mod ord">
          <ac:chgData name="Brahim MOUMNI" userId="ba68a41e-9c37-4353-8b10-c2f699dfe727" providerId="ADAL" clId="{6764DE22-E822-4CBD-8C16-B254B8EEFE9A}" dt="2026-10-08T11:37:21.138" v="913" actId="167"/>
          <ac:picMkLst>
            <pc:docMk/>
            <pc:sldMk cId="2248495218" sldId="2147473018"/>
            <ac:picMk id="20" creationId="{A39D243B-E1AB-7E0A-EEFE-2F7065CF5A5B}"/>
          </ac:picMkLst>
        </pc:picChg>
        <pc:picChg chg="mod">
          <ac:chgData name="Brahim MOUMNI" userId="ba68a41e-9c37-4353-8b10-c2f699dfe727" providerId="ADAL" clId="{6764DE22-E822-4CBD-8C16-B254B8EEFE9A}" dt="2026-10-08T11:35:09.482" v="760" actId="14100"/>
          <ac:picMkLst>
            <pc:docMk/>
            <pc:sldMk cId="2248495218" sldId="2147473018"/>
            <ac:picMk id="23" creationId="{9769C313-ADF2-86F2-802C-C238D19193FF}"/>
          </ac:picMkLst>
        </pc:picChg>
        <pc:picChg chg="mod ord">
          <ac:chgData name="Brahim MOUMNI" userId="ba68a41e-9c37-4353-8b10-c2f699dfe727" providerId="ADAL" clId="{6764DE22-E822-4CBD-8C16-B254B8EEFE9A}" dt="2026-10-08T11:38:02.393" v="923" actId="167"/>
          <ac:picMkLst>
            <pc:docMk/>
            <pc:sldMk cId="2248495218" sldId="2147473018"/>
            <ac:picMk id="26" creationId="{CDB1C180-0DD4-79B5-2399-15424A3B852B}"/>
          </ac:picMkLst>
        </pc:picChg>
        <pc:picChg chg="mod ord">
          <ac:chgData name="Brahim MOUMNI" userId="ba68a41e-9c37-4353-8b10-c2f699dfe727" providerId="ADAL" clId="{6764DE22-E822-4CBD-8C16-B254B8EEFE9A}" dt="2026-10-08T11:37:36.652" v="918" actId="167"/>
          <ac:picMkLst>
            <pc:docMk/>
            <pc:sldMk cId="2248495218" sldId="2147473018"/>
            <ac:picMk id="28" creationId="{F24EEA0B-FD65-383B-A9E0-9C0EC29D2A81}"/>
          </ac:picMkLst>
        </pc:picChg>
        <pc:picChg chg="mod">
          <ac:chgData name="Brahim MOUMNI" userId="ba68a41e-9c37-4353-8b10-c2f699dfe727" providerId="ADAL" clId="{6764DE22-E822-4CBD-8C16-B254B8EEFE9A}" dt="2026-10-08T11:36:36.025" v="861" actId="1037"/>
          <ac:picMkLst>
            <pc:docMk/>
            <pc:sldMk cId="2248495218" sldId="2147473018"/>
            <ac:picMk id="30" creationId="{B1D8230D-1B8E-0100-267B-367DFE768D84}"/>
          </ac:picMkLst>
        </pc:picChg>
        <pc:cxnChg chg="mod">
          <ac:chgData name="Brahim MOUMNI" userId="ba68a41e-9c37-4353-8b10-c2f699dfe727" providerId="ADAL" clId="{6764DE22-E822-4CBD-8C16-B254B8EEFE9A}" dt="2026-10-08T11:37:17.829" v="912" actId="1076"/>
          <ac:cxnSpMkLst>
            <pc:docMk/>
            <pc:sldMk cId="2248495218" sldId="2147473018"/>
            <ac:cxnSpMk id="3" creationId="{C4BDC8C7-A9B7-14EA-3DA8-7997F5BE3D12}"/>
          </ac:cxnSpMkLst>
        </pc:cxnChg>
        <pc:cxnChg chg="mod">
          <ac:chgData name="Brahim MOUMNI" userId="ba68a41e-9c37-4353-8b10-c2f699dfe727" providerId="ADAL" clId="{6764DE22-E822-4CBD-8C16-B254B8EEFE9A}" dt="2026-10-08T11:37:59.849" v="922" actId="1076"/>
          <ac:cxnSpMkLst>
            <pc:docMk/>
            <pc:sldMk cId="2248495218" sldId="2147473018"/>
            <ac:cxnSpMk id="11" creationId="{F35E3972-37B5-94E2-58A5-2340503207C0}"/>
          </ac:cxnSpMkLst>
        </pc:cxnChg>
        <pc:cxnChg chg="mod">
          <ac:chgData name="Brahim MOUMNI" userId="ba68a41e-9c37-4353-8b10-c2f699dfe727" providerId="ADAL" clId="{6764DE22-E822-4CBD-8C16-B254B8EEFE9A}" dt="2026-10-08T11:37:42.168" v="920" actId="1076"/>
          <ac:cxnSpMkLst>
            <pc:docMk/>
            <pc:sldMk cId="2248495218" sldId="2147473018"/>
            <ac:cxnSpMk id="15" creationId="{7A82248D-4520-DEC4-E78B-55F687CD7045}"/>
          </ac:cxnSpMkLst>
        </pc:cxnChg>
      </pc:sldChg>
      <pc:sldChg chg="addSp delSp modSp add mod">
        <pc:chgData name="Brahim MOUMNI" userId="ba68a41e-9c37-4353-8b10-c2f699dfe727" providerId="ADAL" clId="{6764DE22-E822-4CBD-8C16-B254B8EEFE9A}" dt="2026-10-08T20:54:28.676" v="2349" actId="1076"/>
        <pc:sldMkLst>
          <pc:docMk/>
          <pc:sldMk cId="591699531" sldId="2147473019"/>
        </pc:sldMkLst>
        <pc:spChg chg="mod">
          <ac:chgData name="Brahim MOUMNI" userId="ba68a41e-9c37-4353-8b10-c2f699dfe727" providerId="ADAL" clId="{6764DE22-E822-4CBD-8C16-B254B8EEFE9A}" dt="2026-10-08T20:53:37.012" v="2344" actId="20577"/>
          <ac:spMkLst>
            <pc:docMk/>
            <pc:sldMk cId="591699531" sldId="2147473019"/>
            <ac:spMk id="17" creationId="{D236CFA1-8586-F99B-1F46-BD7FABFAB199}"/>
          </ac:spMkLst>
        </pc:spChg>
        <pc:picChg chg="add">
          <ac:chgData name="Brahim MOUMNI" userId="ba68a41e-9c37-4353-8b10-c2f699dfe727" providerId="ADAL" clId="{6764DE22-E822-4CBD-8C16-B254B8EEFE9A}" dt="2026-10-08T20:53:10.957" v="2330" actId="22"/>
          <ac:picMkLst>
            <pc:docMk/>
            <pc:sldMk cId="591699531" sldId="2147473019"/>
            <ac:picMk id="11" creationId="{60FF13D4-9DFF-B03F-80BE-A7DCC7CE6F16}"/>
          </ac:picMkLst>
        </pc:picChg>
        <pc:picChg chg="add mod">
          <ac:chgData name="Brahim MOUMNI" userId="ba68a41e-9c37-4353-8b10-c2f699dfe727" providerId="ADAL" clId="{6764DE22-E822-4CBD-8C16-B254B8EEFE9A}" dt="2026-10-08T20:54:11.111" v="2347" actId="1076"/>
          <ac:picMkLst>
            <pc:docMk/>
            <pc:sldMk cId="591699531" sldId="2147473019"/>
            <ac:picMk id="14" creationId="{2A078E66-1266-BB86-583A-204F299BBDCA}"/>
          </ac:picMkLst>
        </pc:picChg>
        <pc:picChg chg="add mod">
          <ac:chgData name="Brahim MOUMNI" userId="ba68a41e-9c37-4353-8b10-c2f699dfe727" providerId="ADAL" clId="{6764DE22-E822-4CBD-8C16-B254B8EEFE9A}" dt="2026-10-08T20:54:28.676" v="2349" actId="1076"/>
          <ac:picMkLst>
            <pc:docMk/>
            <pc:sldMk cId="591699531" sldId="2147473019"/>
            <ac:picMk id="18" creationId="{C1E1362C-0BFD-02DB-FC9B-E71AD8EDC735}"/>
          </ac:picMkLst>
        </pc:picChg>
      </pc:sldChg>
      <pc:sldChg chg="addSp delSp modSp add mod">
        <pc:chgData name="Brahim MOUMNI" userId="ba68a41e-9c37-4353-8b10-c2f699dfe727" providerId="ADAL" clId="{6764DE22-E822-4CBD-8C16-B254B8EEFE9A}" dt="2026-10-08T21:14:03.762" v="2574" actId="20577"/>
        <pc:sldMkLst>
          <pc:docMk/>
          <pc:sldMk cId="1636750991" sldId="2147473020"/>
        </pc:sldMkLst>
        <pc:spChg chg="mod">
          <ac:chgData name="Brahim MOUMNI" userId="ba68a41e-9c37-4353-8b10-c2f699dfe727" providerId="ADAL" clId="{6764DE22-E822-4CBD-8C16-B254B8EEFE9A}" dt="2026-10-08T21:11:21.639" v="2547"/>
          <ac:spMkLst>
            <pc:docMk/>
            <pc:sldMk cId="1636750991" sldId="2147473020"/>
            <ac:spMk id="3" creationId="{54BFDD77-247A-B12F-4FA9-64E7B8801103}"/>
          </ac:spMkLst>
        </pc:spChg>
        <pc:spChg chg="mod">
          <ac:chgData name="Brahim MOUMNI" userId="ba68a41e-9c37-4353-8b10-c2f699dfe727" providerId="ADAL" clId="{6764DE22-E822-4CBD-8C16-B254B8EEFE9A}" dt="2026-10-08T21:14:03.762" v="2574" actId="20577"/>
          <ac:spMkLst>
            <pc:docMk/>
            <pc:sldMk cId="1636750991" sldId="2147473020"/>
            <ac:spMk id="19" creationId="{C3C8A7AF-6146-B914-5787-EA75BF658ED4}"/>
          </ac:spMkLst>
        </pc:spChg>
        <pc:picChg chg="add mod modCrop">
          <ac:chgData name="Brahim MOUMNI" userId="ba68a41e-9c37-4353-8b10-c2f699dfe727" providerId="ADAL" clId="{6764DE22-E822-4CBD-8C16-B254B8EEFE9A}" dt="2026-10-08T21:12:40.365" v="2559" actId="208"/>
          <ac:picMkLst>
            <pc:docMk/>
            <pc:sldMk cId="1636750991" sldId="2147473020"/>
            <ac:picMk id="15" creationId="{90314639-2D02-B00C-0DF6-26C6936ABB72}"/>
          </ac:picMkLst>
        </pc:picChg>
        <pc:picChg chg="add mod">
          <ac:chgData name="Brahim MOUMNI" userId="ba68a41e-9c37-4353-8b10-c2f699dfe727" providerId="ADAL" clId="{6764DE22-E822-4CBD-8C16-B254B8EEFE9A}" dt="2026-10-08T21:13:06.318" v="2562" actId="1076"/>
          <ac:picMkLst>
            <pc:docMk/>
            <pc:sldMk cId="1636750991" sldId="2147473020"/>
            <ac:picMk id="17" creationId="{A89BE182-258E-B4C8-7366-47215FEBD02E}"/>
          </ac:picMkLst>
        </pc:picChg>
        <pc:picChg chg="add mod">
          <ac:chgData name="Brahim MOUMNI" userId="ba68a41e-9c37-4353-8b10-c2f699dfe727" providerId="ADAL" clId="{6764DE22-E822-4CBD-8C16-B254B8EEFE9A}" dt="2026-10-08T21:13:44.380" v="2566" actId="208"/>
          <ac:picMkLst>
            <pc:docMk/>
            <pc:sldMk cId="1636750991" sldId="2147473020"/>
            <ac:picMk id="20" creationId="{5571F583-888E-6112-8908-0B49EB83D4BB}"/>
          </ac:picMkLst>
        </pc:picChg>
      </pc:sldChg>
      <pc:sldChg chg="addSp delSp modSp add mod">
        <pc:chgData name="Brahim MOUMNI" userId="ba68a41e-9c37-4353-8b10-c2f699dfe727" providerId="ADAL" clId="{6764DE22-E822-4CBD-8C16-B254B8EEFE9A}" dt="2026-10-08T21:28:48.072" v="2753" actId="208"/>
        <pc:sldMkLst>
          <pc:docMk/>
          <pc:sldMk cId="982170030" sldId="2147473021"/>
        </pc:sldMkLst>
        <pc:spChg chg="mod">
          <ac:chgData name="Brahim MOUMNI" userId="ba68a41e-9c37-4353-8b10-c2f699dfe727" providerId="ADAL" clId="{6764DE22-E822-4CBD-8C16-B254B8EEFE9A}" dt="2026-10-08T21:21:42.247" v="2639" actId="20577"/>
          <ac:spMkLst>
            <pc:docMk/>
            <pc:sldMk cId="982170030" sldId="2147473021"/>
            <ac:spMk id="3" creationId="{7F985C26-C481-EDAF-C4B2-F4DADA26F483}"/>
          </ac:spMkLst>
        </pc:spChg>
        <pc:picChg chg="add mod">
          <ac:chgData name="Brahim MOUMNI" userId="ba68a41e-9c37-4353-8b10-c2f699dfe727" providerId="ADAL" clId="{6764DE22-E822-4CBD-8C16-B254B8EEFE9A}" dt="2026-10-08T21:25:40.114" v="2727" actId="1076"/>
          <ac:picMkLst>
            <pc:docMk/>
            <pc:sldMk cId="982170030" sldId="2147473021"/>
            <ac:picMk id="11" creationId="{B42812A1-28CF-00F0-C41C-DA2458FED8D5}"/>
          </ac:picMkLst>
        </pc:picChg>
        <pc:picChg chg="add mod">
          <ac:chgData name="Brahim MOUMNI" userId="ba68a41e-9c37-4353-8b10-c2f699dfe727" providerId="ADAL" clId="{6764DE22-E822-4CBD-8C16-B254B8EEFE9A}" dt="2026-10-08T21:27:01.652" v="2739" actId="208"/>
          <ac:picMkLst>
            <pc:docMk/>
            <pc:sldMk cId="982170030" sldId="2147473021"/>
            <ac:picMk id="13" creationId="{3B0C3A94-9850-2F69-E737-EB8D0F3778C9}"/>
          </ac:picMkLst>
        </pc:picChg>
        <pc:picChg chg="add mod">
          <ac:chgData name="Brahim MOUMNI" userId="ba68a41e-9c37-4353-8b10-c2f699dfe727" providerId="ADAL" clId="{6764DE22-E822-4CBD-8C16-B254B8EEFE9A}" dt="2026-10-08T21:26:58.894" v="2738" actId="208"/>
          <ac:picMkLst>
            <pc:docMk/>
            <pc:sldMk cId="982170030" sldId="2147473021"/>
            <ac:picMk id="15" creationId="{D2EBB41D-5342-E0B0-ECDF-E37525FEAA6A}"/>
          </ac:picMkLst>
        </pc:picChg>
        <pc:picChg chg="add mod">
          <ac:chgData name="Brahim MOUMNI" userId="ba68a41e-9c37-4353-8b10-c2f699dfe727" providerId="ADAL" clId="{6764DE22-E822-4CBD-8C16-B254B8EEFE9A}" dt="2026-10-08T21:28:48.072" v="2753" actId="208"/>
          <ac:picMkLst>
            <pc:docMk/>
            <pc:sldMk cId="982170030" sldId="2147473021"/>
            <ac:picMk id="17" creationId="{B9094337-957F-EFB5-4679-9111C2ACC242}"/>
          </ac:picMkLst>
        </pc:picChg>
      </pc:sldChg>
      <pc:sldChg chg="addSp delSp modSp add mod">
        <pc:chgData name="Brahim MOUMNI" userId="ba68a41e-9c37-4353-8b10-c2f699dfe727" providerId="ADAL" clId="{6764DE22-E822-4CBD-8C16-B254B8EEFE9A}" dt="2026-10-09T09:22:05.784" v="2938" actId="20577"/>
        <pc:sldMkLst>
          <pc:docMk/>
          <pc:sldMk cId="4107311237" sldId="2147473022"/>
        </pc:sldMkLst>
        <pc:spChg chg="mod">
          <ac:chgData name="Brahim MOUMNI" userId="ba68a41e-9c37-4353-8b10-c2f699dfe727" providerId="ADAL" clId="{6764DE22-E822-4CBD-8C16-B254B8EEFE9A}" dt="2026-10-09T07:06:35.325" v="2914" actId="20577"/>
          <ac:spMkLst>
            <pc:docMk/>
            <pc:sldMk cId="4107311237" sldId="2147473022"/>
            <ac:spMk id="3" creationId="{66CE1109-4F16-9C17-FD94-5598E3993131}"/>
          </ac:spMkLst>
        </pc:spChg>
        <pc:spChg chg="del mod">
          <ac:chgData name="Brahim MOUMNI" userId="ba68a41e-9c37-4353-8b10-c2f699dfe727" providerId="ADAL" clId="{6764DE22-E822-4CBD-8C16-B254B8EEFE9A}" dt="2026-10-09T07:28:20.510" v="2929" actId="478"/>
          <ac:spMkLst>
            <pc:docMk/>
            <pc:sldMk cId="4107311237" sldId="2147473022"/>
            <ac:spMk id="11" creationId="{48DA3863-5DA5-CBAC-59A8-40A9D2040E77}"/>
          </ac:spMkLst>
        </pc:spChg>
        <pc:spChg chg="del">
          <ac:chgData name="Brahim MOUMNI" userId="ba68a41e-9c37-4353-8b10-c2f699dfe727" providerId="ADAL" clId="{6764DE22-E822-4CBD-8C16-B254B8EEFE9A}" dt="2026-10-09T07:28:19.167" v="2928" actId="478"/>
          <ac:spMkLst>
            <pc:docMk/>
            <pc:sldMk cId="4107311237" sldId="2147473022"/>
            <ac:spMk id="13" creationId="{9E8DABC5-BBF4-DC81-835D-A5B0C9D34FAE}"/>
          </ac:spMkLst>
        </pc:spChg>
        <pc:spChg chg="del">
          <ac:chgData name="Brahim MOUMNI" userId="ba68a41e-9c37-4353-8b10-c2f699dfe727" providerId="ADAL" clId="{6764DE22-E822-4CBD-8C16-B254B8EEFE9A}" dt="2026-10-09T07:07:32.010" v="2922" actId="478"/>
          <ac:spMkLst>
            <pc:docMk/>
            <pc:sldMk cId="4107311237" sldId="2147473022"/>
            <ac:spMk id="14" creationId="{3562B611-EB41-DAC2-422B-40DBC337752D}"/>
          </ac:spMkLst>
        </pc:spChg>
        <pc:spChg chg="mod">
          <ac:chgData name="Brahim MOUMNI" userId="ba68a41e-9c37-4353-8b10-c2f699dfe727" providerId="ADAL" clId="{6764DE22-E822-4CBD-8C16-B254B8EEFE9A}" dt="2026-10-09T09:22:05.784" v="2938" actId="20577"/>
          <ac:spMkLst>
            <pc:docMk/>
            <pc:sldMk cId="4107311237" sldId="2147473022"/>
            <ac:spMk id="19" creationId="{A8EB8EBB-FF4D-FBBC-5463-1A431829A093}"/>
          </ac:spMkLst>
        </pc:spChg>
        <pc:picChg chg="del">
          <ac:chgData name="Brahim MOUMNI" userId="ba68a41e-9c37-4353-8b10-c2f699dfe727" providerId="ADAL" clId="{6764DE22-E822-4CBD-8C16-B254B8EEFE9A}" dt="2026-10-09T07:06:15.354" v="2910" actId="478"/>
          <ac:picMkLst>
            <pc:docMk/>
            <pc:sldMk cId="4107311237" sldId="2147473022"/>
            <ac:picMk id="8" creationId="{A5696BD6-6A38-C850-6641-7D09965B2BBB}"/>
          </ac:picMkLst>
        </pc:picChg>
        <pc:picChg chg="del">
          <ac:chgData name="Brahim MOUMNI" userId="ba68a41e-9c37-4353-8b10-c2f699dfe727" providerId="ADAL" clId="{6764DE22-E822-4CBD-8C16-B254B8EEFE9A}" dt="2026-10-09T09:21:52.679" v="2931" actId="478"/>
          <ac:picMkLst>
            <pc:docMk/>
            <pc:sldMk cId="4107311237" sldId="2147473022"/>
            <ac:picMk id="10" creationId="{445BD07E-5E13-5F87-CB1C-07150C6894C4}"/>
          </ac:picMkLst>
        </pc:picChg>
        <pc:picChg chg="add mod">
          <ac:chgData name="Brahim MOUMNI" userId="ba68a41e-9c37-4353-8b10-c2f699dfe727" providerId="ADAL" clId="{6764DE22-E822-4CBD-8C16-B254B8EEFE9A}" dt="2026-10-09T07:28:09.690" v="2926" actId="208"/>
          <ac:picMkLst>
            <pc:docMk/>
            <pc:sldMk cId="4107311237" sldId="2147473022"/>
            <ac:picMk id="12" creationId="{3DFD042E-2999-B351-21D5-9D727325599D}"/>
          </ac:picMkLst>
        </pc:picChg>
        <pc:picChg chg="add mod">
          <ac:chgData name="Brahim MOUMNI" userId="ba68a41e-9c37-4353-8b10-c2f699dfe727" providerId="ADAL" clId="{6764DE22-E822-4CBD-8C16-B254B8EEFE9A}" dt="2026-10-09T07:07:30.093" v="2921" actId="14100"/>
          <ac:picMkLst>
            <pc:docMk/>
            <pc:sldMk cId="4107311237" sldId="2147473022"/>
            <ac:picMk id="16" creationId="{E2181E09-4C0C-4D7A-EDC8-6F817AB226A8}"/>
          </ac:picMkLst>
        </pc:picChg>
        <pc:picChg chg="add mod">
          <ac:chgData name="Brahim MOUMNI" userId="ba68a41e-9c37-4353-8b10-c2f699dfe727" providerId="ADAL" clId="{6764DE22-E822-4CBD-8C16-B254B8EEFE9A}" dt="2026-10-09T07:28:16.868" v="2927" actId="208"/>
          <ac:picMkLst>
            <pc:docMk/>
            <pc:sldMk cId="4107311237" sldId="2147473022"/>
            <ac:picMk id="18" creationId="{B26D5422-0539-6DC0-F675-005572E59E6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946B81-967D-BC55-4E45-21DE77B46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AF8360-F38A-75EF-41D0-5A211B28F3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203" y="0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8C878338-E163-4C54-9561-D6E9738BEB8B}" type="datetime1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5E5333D-52E2-313B-8E3F-0D7E9074B9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2309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85C2E7-AE88-769D-E43F-3E51D762D4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203" y="9722309"/>
            <a:ext cx="3079202" cy="512304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BB4C6E6-3AF1-4B1A-9695-72C8BA9ECB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99271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A35F4535-3591-4AAD-9289-106FE70D9FD8}" type="datetime1">
              <a:rPr lang="fr-FR" smtClean="0"/>
              <a:t>09/10/2026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FA26D799-9569-4E88-8E24-9E0CA4836D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389838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5.png"/><Relationship Id="rId5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3.sv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BDF4289-3C08-8020-4AA1-E9B6A1CAB1CE}"/>
              </a:ext>
            </a:extLst>
          </p:cNvPr>
          <p:cNvGrpSpPr/>
          <p:nvPr userDrawn="1"/>
        </p:nvGrpSpPr>
        <p:grpSpPr>
          <a:xfrm>
            <a:off x="0" y="-51124"/>
            <a:ext cx="12192002" cy="6553778"/>
            <a:chOff x="-21489" y="1181100"/>
            <a:chExt cx="9064238" cy="515620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1317EBF6-3F63-E893-4015-98B7A13DE0F1}"/>
                </a:ext>
              </a:extLst>
            </p:cNvPr>
            <p:cNvSpPr/>
            <p:nvPr/>
          </p:nvSpPr>
          <p:spPr>
            <a:xfrm>
              <a:off x="-21489" y="1181100"/>
              <a:ext cx="9064236" cy="5156201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78E671D6-F449-6E1F-1417-28E75E3A613F}"/>
                </a:ext>
              </a:extLst>
            </p:cNvPr>
            <p:cNvSpPr/>
            <p:nvPr/>
          </p:nvSpPr>
          <p:spPr>
            <a:xfrm>
              <a:off x="-21488" y="1181100"/>
              <a:ext cx="9064237" cy="5156200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D12656E-CF81-C02E-B29A-F6EAE0957293}"/>
              </a:ext>
            </a:extLst>
          </p:cNvPr>
          <p:cNvGrpSpPr/>
          <p:nvPr userDrawn="1"/>
        </p:nvGrpSpPr>
        <p:grpSpPr>
          <a:xfrm>
            <a:off x="1146755" y="6375033"/>
            <a:ext cx="10538243" cy="218664"/>
            <a:chOff x="1156915" y="6221292"/>
            <a:chExt cx="10538243" cy="218664"/>
          </a:xfrm>
        </p:grpSpPr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5C066D3B-0C47-92E5-2FA6-40D4F31A85C7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AutoShape 11">
              <a:extLst>
                <a:ext uri="{FF2B5EF4-FFF2-40B4-BE49-F238E27FC236}">
                  <a16:creationId xmlns:a16="http://schemas.microsoft.com/office/drawing/2014/main" id="{065DB7F9-50FB-6054-6D83-FA01DBD59C1C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7" name="Image 26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E4A6CD0-80C8-236B-469B-71935A9281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109" y="520698"/>
            <a:ext cx="2573713" cy="698502"/>
          </a:xfrm>
          <a:prstGeom prst="rect">
            <a:avLst/>
          </a:prstGeom>
        </p:spPr>
      </p:pic>
      <p:sp>
        <p:nvSpPr>
          <p:cNvPr id="5" name="Espace réservé du pied de page 6">
            <a:extLst>
              <a:ext uri="{FF2B5EF4-FFF2-40B4-BE49-F238E27FC236}">
                <a16:creationId xmlns:a16="http://schemas.microsoft.com/office/drawing/2014/main" id="{CB0E70AD-1D25-9DBF-0BE3-EB59B3AC7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 err="1"/>
              <a:t>Strictly</a:t>
            </a:r>
            <a:r>
              <a:rPr lang="fr-FR"/>
              <a:t> </a:t>
            </a:r>
            <a:r>
              <a:rPr lang="fr-FR" err="1"/>
              <a:t>confidential</a:t>
            </a:r>
            <a:endParaRPr lang="fr-FR"/>
          </a:p>
        </p:txBody>
      </p:sp>
      <p:sp>
        <p:nvSpPr>
          <p:cNvPr id="6" name="Espace réservé de la date 1">
            <a:extLst>
              <a:ext uri="{FF2B5EF4-FFF2-40B4-BE49-F238E27FC236}">
                <a16:creationId xmlns:a16="http://schemas.microsoft.com/office/drawing/2014/main" id="{A4E4CE9E-6673-B109-FBC1-D7887DE1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796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3720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B64D9EF-7296-C990-A382-4897A22CA7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82D813F-AA8B-DD28-EE9F-4CD164E9773E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9F144B5A-6BF6-3C4B-AB1F-D43CBFC72852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0F6D2D0-A8A9-0931-A401-E3B387558A96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210B3109-1047-F5AA-421A-8C6F9134068B}"/>
              </a:ext>
            </a:extLst>
          </p:cNvPr>
          <p:cNvGrpSpPr/>
          <p:nvPr userDrawn="1"/>
        </p:nvGrpSpPr>
        <p:grpSpPr>
          <a:xfrm>
            <a:off x="0" y="1008000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9E188151-9659-F5B6-E015-5C4831E03B09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BB048114-A2C8-6A2F-B351-3935C1B97AB8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360397E6-B15E-6879-A8FD-B84111C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6959ECE-2B69-B7E0-9F2F-54BFB23F18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13" name="Espace réservé du pied de page 6">
            <a:extLst>
              <a:ext uri="{FF2B5EF4-FFF2-40B4-BE49-F238E27FC236}">
                <a16:creationId xmlns:a16="http://schemas.microsoft.com/office/drawing/2014/main" id="{175D9C98-C99F-DD9D-3089-759D45E9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4" name="Espace réservé de la date 1">
            <a:extLst>
              <a:ext uri="{FF2B5EF4-FFF2-40B4-BE49-F238E27FC236}">
                <a16:creationId xmlns:a16="http://schemas.microsoft.com/office/drawing/2014/main" id="{35C01C48-F775-7069-405F-0E60B4471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5" name="Espace réservé du numéro de diapositive 10">
            <a:extLst>
              <a:ext uri="{FF2B5EF4-FFF2-40B4-BE49-F238E27FC236}">
                <a16:creationId xmlns:a16="http://schemas.microsoft.com/office/drawing/2014/main" id="{70516084-C55A-0C0E-8871-D043B461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E01FD5A2-D123-B540-70FF-658436918B01}"/>
              </a:ext>
            </a:extLst>
          </p:cNvPr>
          <p:cNvGrpSpPr/>
          <p:nvPr userDrawn="1"/>
        </p:nvGrpSpPr>
        <p:grpSpPr>
          <a:xfrm>
            <a:off x="-1" y="1124295"/>
            <a:ext cx="12192001" cy="5378359"/>
            <a:chOff x="-31748" y="1122283"/>
            <a:chExt cx="11980196" cy="522200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E34C675-F520-37BE-49EC-F0ABAEFBB03A}"/>
                </a:ext>
              </a:extLst>
            </p:cNvPr>
            <p:cNvSpPr/>
            <p:nvPr userDrawn="1"/>
          </p:nvSpPr>
          <p:spPr>
            <a:xfrm>
              <a:off x="-31747" y="1122285"/>
              <a:ext cx="11980195" cy="5222002"/>
            </a:xfrm>
            <a:custGeom>
              <a:avLst/>
              <a:gdLst/>
              <a:ahLst/>
              <a:cxnLst/>
              <a:rect l="l" t="t" r="r" b="b"/>
              <a:pathLst>
                <a:path w="35097463" h="17034337">
                  <a:moveTo>
                    <a:pt x="0" y="0"/>
                  </a:moveTo>
                  <a:lnTo>
                    <a:pt x="35097463" y="0"/>
                  </a:lnTo>
                  <a:lnTo>
                    <a:pt x="35097463" y="17034337"/>
                  </a:lnTo>
                  <a:lnTo>
                    <a:pt x="0" y="1703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B603370-4BE0-4C79-DD80-BB5F77712233}"/>
                </a:ext>
              </a:extLst>
            </p:cNvPr>
            <p:cNvSpPr/>
            <p:nvPr userDrawn="1"/>
          </p:nvSpPr>
          <p:spPr>
            <a:xfrm>
              <a:off x="-31748" y="1122283"/>
              <a:ext cx="11980196" cy="5222002"/>
            </a:xfrm>
            <a:custGeom>
              <a:avLst/>
              <a:gdLst/>
              <a:ahLst/>
              <a:cxnLst/>
              <a:rect l="l" t="t" r="r" b="b"/>
              <a:pathLst>
                <a:path w="32070247" h="11890157">
                  <a:moveTo>
                    <a:pt x="0" y="0"/>
                  </a:moveTo>
                  <a:lnTo>
                    <a:pt x="32070247" y="0"/>
                  </a:lnTo>
                  <a:lnTo>
                    <a:pt x="32070247" y="11890157"/>
                  </a:lnTo>
                  <a:lnTo>
                    <a:pt x="0" y="1189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alphaModFix amt="9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2" y="6386226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Image 8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412FE011-AFC2-3601-1219-9A2351A907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06179FF9-5A57-B515-B1BE-A653EFCCA531}"/>
              </a:ext>
            </a:extLst>
          </p:cNvPr>
          <p:cNvGrpSpPr/>
          <p:nvPr userDrawn="1"/>
        </p:nvGrpSpPr>
        <p:grpSpPr>
          <a:xfrm>
            <a:off x="0" y="1014964"/>
            <a:ext cx="10538243" cy="218664"/>
            <a:chOff x="1156915" y="6221292"/>
            <a:chExt cx="10538243" cy="21866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E2C1D6C-93A6-2D75-4939-1A35EF94135C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1">
              <a:extLst>
                <a:ext uri="{FF2B5EF4-FFF2-40B4-BE49-F238E27FC236}">
                  <a16:creationId xmlns:a16="http://schemas.microsoft.com/office/drawing/2014/main" id="{05C431B5-7058-FA48-0AF4-629B3A7391EF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itre 31">
            <a:extLst>
              <a:ext uri="{FF2B5EF4-FFF2-40B4-BE49-F238E27FC236}">
                <a16:creationId xmlns:a16="http://schemas.microsoft.com/office/drawing/2014/main" id="{516FC9E9-1311-6B29-BF90-5FC527D9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5E10775F-BCA9-DAF4-FEED-CA43624B47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2EBB6179-6BE3-839C-9B8B-2A0997FCA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0165C567-AC23-CA0F-3DF7-FFCB8166E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05EA4260-169A-CB13-F8F1-7AC992536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1992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192C62-D276-A0A5-56A2-FA049BAEA3A6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D3A46C71-0A42-4E8C-A7C0-2903930D5C6B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AutoShape 11">
              <a:extLst>
                <a:ext uri="{FF2B5EF4-FFF2-40B4-BE49-F238E27FC236}">
                  <a16:creationId xmlns:a16="http://schemas.microsoft.com/office/drawing/2014/main" id="{D4FE5ED0-7CE5-A68F-9954-BBB95774C2A5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Titre 31">
            <a:extLst>
              <a:ext uri="{FF2B5EF4-FFF2-40B4-BE49-F238E27FC236}">
                <a16:creationId xmlns:a16="http://schemas.microsoft.com/office/drawing/2014/main" id="{E6D42432-CFFD-9781-5BD8-EA909885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80C083AB-EE69-13DB-D60A-DD867753B4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9" name="Espace réservé du pied de page 6">
            <a:extLst>
              <a:ext uri="{FF2B5EF4-FFF2-40B4-BE49-F238E27FC236}">
                <a16:creationId xmlns:a16="http://schemas.microsoft.com/office/drawing/2014/main" id="{B82AE3FD-F2E0-F2F7-95CA-6779B3522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10" name="Espace réservé de la date 1">
            <a:extLst>
              <a:ext uri="{FF2B5EF4-FFF2-40B4-BE49-F238E27FC236}">
                <a16:creationId xmlns:a16="http://schemas.microsoft.com/office/drawing/2014/main" id="{011523E8-A232-4CAC-1BF4-793DBBE98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23F1379-8ABF-B82A-4871-0B0C135BF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334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549598F8-3FC9-6D79-0511-E80A10ADC4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AF410AAD-C7A6-1DF2-5A82-58E0ACDB16DC}"/>
              </a:ext>
            </a:extLst>
          </p:cNvPr>
          <p:cNvGrpSpPr/>
          <p:nvPr userDrawn="1"/>
        </p:nvGrpSpPr>
        <p:grpSpPr>
          <a:xfrm>
            <a:off x="8159561" y="6375600"/>
            <a:ext cx="4032438" cy="196279"/>
            <a:chOff x="8159561" y="6245191"/>
            <a:chExt cx="4032438" cy="196279"/>
          </a:xfrm>
        </p:grpSpPr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F82B8A1-72F6-84C7-0D31-4120FAC66B9A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1">
              <a:extLst>
                <a:ext uri="{FF2B5EF4-FFF2-40B4-BE49-F238E27FC236}">
                  <a16:creationId xmlns:a16="http://schemas.microsoft.com/office/drawing/2014/main" id="{88A8DD86-2598-F753-1F08-4D011B02241F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BD75D990-A44F-AEF6-8812-D20508DF8175}"/>
              </a:ext>
            </a:extLst>
          </p:cNvPr>
          <p:cNvGrpSpPr/>
          <p:nvPr userDrawn="1"/>
        </p:nvGrpSpPr>
        <p:grpSpPr>
          <a:xfrm>
            <a:off x="0" y="1036318"/>
            <a:ext cx="10538243" cy="218664"/>
            <a:chOff x="1156915" y="6221292"/>
            <a:chExt cx="10538243" cy="218664"/>
          </a:xfrm>
        </p:grpSpPr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7CC6643C-656E-96D6-80E4-EEB225C9B444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11">
              <a:extLst>
                <a:ext uri="{FF2B5EF4-FFF2-40B4-BE49-F238E27FC236}">
                  <a16:creationId xmlns:a16="http://schemas.microsoft.com/office/drawing/2014/main" id="{BC347815-F15D-9D14-600F-87FEB03E1111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itre 31">
            <a:extLst>
              <a:ext uri="{FF2B5EF4-FFF2-40B4-BE49-F238E27FC236}">
                <a16:creationId xmlns:a16="http://schemas.microsoft.com/office/drawing/2014/main" id="{A445D125-DFD5-092A-CC04-A87ADDBD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21927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A44FCD35-E9EE-27D8-ECAB-ED52E5E692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763" y="615950"/>
            <a:ext cx="5187950" cy="5730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z="2400" kern="1200" dirty="0">
                <a:solidFill>
                  <a:schemeClr val="tx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pPr lvl="0"/>
            <a:r>
              <a:rPr lang="fr-FR"/>
              <a:t>Sous-titre</a:t>
            </a:r>
          </a:p>
        </p:txBody>
      </p:sp>
      <p:sp>
        <p:nvSpPr>
          <p:cNvPr id="2" name="Espace réservé du pied de page 6">
            <a:extLst>
              <a:ext uri="{FF2B5EF4-FFF2-40B4-BE49-F238E27FC236}">
                <a16:creationId xmlns:a16="http://schemas.microsoft.com/office/drawing/2014/main" id="{A714CD33-9C3E-45A4-5ECE-AA7DF9A9B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9" name="Espace réservé de la date 1">
            <a:extLst>
              <a:ext uri="{FF2B5EF4-FFF2-40B4-BE49-F238E27FC236}">
                <a16:creationId xmlns:a16="http://schemas.microsoft.com/office/drawing/2014/main" id="{A5B78577-BEE4-DD29-7E3C-31BBFD521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10">
            <a:extLst>
              <a:ext uri="{FF2B5EF4-FFF2-40B4-BE49-F238E27FC236}">
                <a16:creationId xmlns:a16="http://schemas.microsoft.com/office/drawing/2014/main" id="{2AA3EE05-24BC-7EAD-D18E-151E1F49C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117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CA33-173E-4D1C-B49B-667185D1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40EFE-0C6A-4A41-9E36-24096D9CC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E74C-6028-43BC-9FA9-5934B2E5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C1E8248-429A-4A05-9F91-6260D14ED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E0E23C41-8510-460D-B8B1-9302E34336B5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3" name="Arrow: Pentagon 10">
              <a:extLst>
                <a:ext uri="{FF2B5EF4-FFF2-40B4-BE49-F238E27FC236}">
                  <a16:creationId xmlns:a16="http://schemas.microsoft.com/office/drawing/2014/main" id="{1E591082-B6DE-4BBA-B85B-8676A55E040B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E5F1F098-587F-4AC0-AEDC-B53D7B393AE7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30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8AA16B-B670-4E89-8214-80BDE141C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59951" y="6655424"/>
            <a:ext cx="2743200" cy="220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4305EEF5-7CDC-4AF6-91B5-A0EE1B07E0C7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BFAA61-5083-435D-992E-236CBA3519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1985E8-7695-424F-8DD1-A5D68D5A7356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2" name="Arrow: Pentagon 10">
              <a:extLst>
                <a:ext uri="{FF2B5EF4-FFF2-40B4-BE49-F238E27FC236}">
                  <a16:creationId xmlns:a16="http://schemas.microsoft.com/office/drawing/2014/main" id="{7FD96C4D-2E16-4D2D-95E4-567503AC4E76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DB675314-5BAB-4151-9D89-BABAC61E8828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29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CEC036-26D5-4675-8A8A-6BDA11C44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7539" y="257609"/>
            <a:ext cx="1149589" cy="30291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45D416D-85A2-4EF7-98A2-736569B786CA}"/>
              </a:ext>
            </a:extLst>
          </p:cNvPr>
          <p:cNvGrpSpPr/>
          <p:nvPr userDrawn="1"/>
        </p:nvGrpSpPr>
        <p:grpSpPr>
          <a:xfrm>
            <a:off x="-5080" y="435253"/>
            <a:ext cx="874890" cy="338554"/>
            <a:chOff x="-1" y="421201"/>
            <a:chExt cx="874890" cy="338554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8A46D827-74D1-4171-957A-E2A22EAFB942}"/>
                </a:ext>
              </a:extLst>
            </p:cNvPr>
            <p:cNvSpPr/>
            <p:nvPr/>
          </p:nvSpPr>
          <p:spPr>
            <a:xfrm>
              <a:off x="0" y="470340"/>
              <a:ext cx="874889" cy="240276"/>
            </a:xfrm>
            <a:prstGeom prst="homePlate">
              <a:avLst/>
            </a:prstGeom>
            <a:solidFill>
              <a:srgbClr val="FF4B00"/>
            </a:solidFill>
            <a:ln>
              <a:solidFill>
                <a:srgbClr val="FF4B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5137F1-7F8E-4EF5-8A39-C79EE8FB2C9D}"/>
                </a:ext>
              </a:extLst>
            </p:cNvPr>
            <p:cNvSpPr txBox="1"/>
            <p:nvPr/>
          </p:nvSpPr>
          <p:spPr>
            <a:xfrm>
              <a:off x="-1" y="421201"/>
              <a:ext cx="7653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7894-3B6F-4849-8E0B-FA84C9573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509" y="920004"/>
            <a:ext cx="1093581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en-US" sz="1800" b="1" smtClean="0">
                <a:cs typeface="Calibri Light" panose="020F030202020403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 defTabSz="359627">
              <a:spcBef>
                <a:spcPts val="472"/>
              </a:spcBef>
              <a:spcAft>
                <a:spcPts val="158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CDADF72-FABE-447E-BAF8-CBF9800E2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19827" y="375035"/>
            <a:ext cx="9254473" cy="3970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b="1" smtClean="0">
                <a:solidFill>
                  <a:srgbClr val="043882"/>
                </a:solidFill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fr-FR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E9DD586-F116-4CD1-B6EC-E6A0B71C9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59951" y="6655424"/>
            <a:ext cx="2743200" cy="220977"/>
          </a:xfrm>
        </p:spPr>
        <p:txBody>
          <a:bodyPr/>
          <a:lstStyle/>
          <a:p>
            <a:fld id="{4305EEF5-7CDC-4AF6-91B5-A0EE1B07E0C7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32CF812-1D80-4AD3-9AF2-6724CE68F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51" y="6655425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8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Graphique, Police, graphisme, capture d’écran&#10;&#10;Description générée automatiquement">
            <a:extLst>
              <a:ext uri="{FF2B5EF4-FFF2-40B4-BE49-F238E27FC236}">
                <a16:creationId xmlns:a16="http://schemas.microsoft.com/office/drawing/2014/main" id="{FBC70DFC-444C-9173-C243-0B6DC496D4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7573" y="136525"/>
            <a:ext cx="1237465" cy="326072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85CDAB10-DE54-57C0-8CEA-A8A8880B92C6}"/>
              </a:ext>
            </a:extLst>
          </p:cNvPr>
          <p:cNvGrpSpPr/>
          <p:nvPr userDrawn="1"/>
        </p:nvGrpSpPr>
        <p:grpSpPr>
          <a:xfrm>
            <a:off x="0" y="609648"/>
            <a:ext cx="10538243" cy="218664"/>
            <a:chOff x="1156915" y="6221292"/>
            <a:chExt cx="10538243" cy="218664"/>
          </a:xfrm>
        </p:grpSpPr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49100575-4C5D-8713-0441-B018DC83196F}"/>
                </a:ext>
              </a:extLst>
            </p:cNvPr>
            <p:cNvSpPr/>
            <p:nvPr/>
          </p:nvSpPr>
          <p:spPr>
            <a:xfrm rot="10577107">
              <a:off x="11479733" y="6221292"/>
              <a:ext cx="215425" cy="218664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046AEA2D-1D8B-F6D3-D412-47CA02765CA0}"/>
                </a:ext>
              </a:extLst>
            </p:cNvPr>
            <p:cNvSpPr/>
            <p:nvPr/>
          </p:nvSpPr>
          <p:spPr>
            <a:xfrm rot="10800000" flipV="1">
              <a:off x="1156915" y="6337969"/>
              <a:ext cx="10332000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D0256AD-0036-D7FC-0419-F3F7B2A1E9EC}"/>
              </a:ext>
            </a:extLst>
          </p:cNvPr>
          <p:cNvGrpSpPr/>
          <p:nvPr userDrawn="1"/>
        </p:nvGrpSpPr>
        <p:grpSpPr>
          <a:xfrm>
            <a:off x="8159562" y="6408096"/>
            <a:ext cx="4032438" cy="196279"/>
            <a:chOff x="8159561" y="6245191"/>
            <a:chExt cx="4032438" cy="196279"/>
          </a:xfrm>
        </p:grpSpPr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D006C4E-CBC4-1D52-A992-4528E01CE21C}"/>
                </a:ext>
              </a:extLst>
            </p:cNvPr>
            <p:cNvSpPr/>
            <p:nvPr/>
          </p:nvSpPr>
          <p:spPr>
            <a:xfrm rot="21377107">
              <a:off x="8159561" y="6245191"/>
              <a:ext cx="189494" cy="196279"/>
            </a:xfrm>
            <a:custGeom>
              <a:avLst/>
              <a:gdLst/>
              <a:ahLst/>
              <a:cxnLst/>
              <a:rect l="l" t="t" r="r" b="b"/>
              <a:pathLst>
                <a:path w="338917" h="338917">
                  <a:moveTo>
                    <a:pt x="0" y="0"/>
                  </a:moveTo>
                  <a:lnTo>
                    <a:pt x="338918" y="0"/>
                  </a:lnTo>
                  <a:lnTo>
                    <a:pt x="338918" y="338917"/>
                  </a:lnTo>
                  <a:lnTo>
                    <a:pt x="0" y="338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533F40BC-0B22-C48A-900D-2413EF15E24B}"/>
                </a:ext>
              </a:extLst>
            </p:cNvPr>
            <p:cNvSpPr/>
            <p:nvPr/>
          </p:nvSpPr>
          <p:spPr>
            <a:xfrm flipV="1">
              <a:off x="8344795" y="6337319"/>
              <a:ext cx="3847204" cy="0"/>
            </a:xfrm>
            <a:prstGeom prst="line">
              <a:avLst/>
            </a:prstGeom>
            <a:ln w="38100" cap="flat">
              <a:solidFill>
                <a:srgbClr val="FF4E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Titre 31">
            <a:extLst>
              <a:ext uri="{FF2B5EF4-FFF2-40B4-BE49-F238E27FC236}">
                <a16:creationId xmlns:a16="http://schemas.microsoft.com/office/drawing/2014/main" id="{95BC53AE-256D-29D8-6A99-EEB3352E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09" y="118181"/>
            <a:ext cx="10515600" cy="5942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rgbClr val="043882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6">
            <a:extLst>
              <a:ext uri="{FF2B5EF4-FFF2-40B4-BE49-F238E27FC236}">
                <a16:creationId xmlns:a16="http://schemas.microsoft.com/office/drawing/2014/main" id="{B30DC5D4-5A02-C77E-8AE8-EE2BDDC03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4" name="Espace réservé de la date 1">
            <a:extLst>
              <a:ext uri="{FF2B5EF4-FFF2-40B4-BE49-F238E27FC236}">
                <a16:creationId xmlns:a16="http://schemas.microsoft.com/office/drawing/2014/main" id="{9D4856AA-52C8-9318-5B37-5EE5EF2FE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D47E1841-EAF7-CEC9-0EC8-C52EF8AE3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2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6">
            <a:extLst>
              <a:ext uri="{FF2B5EF4-FFF2-40B4-BE49-F238E27FC236}">
                <a16:creationId xmlns:a16="http://schemas.microsoft.com/office/drawing/2014/main" id="{133710F4-6B1C-9D7B-4CFB-DFCA5B503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02654"/>
            <a:ext cx="4114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050">
                <a:latin typeface="Aptos Light" panose="020F0502020204030204" pitchFamily="34" charset="0"/>
              </a:defRPr>
            </a:lvl1pPr>
          </a:lstStyle>
          <a:p>
            <a:r>
              <a:rPr lang="fr-FR"/>
              <a:t>Strictly confidential</a:t>
            </a:r>
          </a:p>
        </p:txBody>
      </p:sp>
      <p:sp>
        <p:nvSpPr>
          <p:cNvPr id="7" name="Espace réservé de la date 1">
            <a:extLst>
              <a:ext uri="{FF2B5EF4-FFF2-40B4-BE49-F238E27FC236}">
                <a16:creationId xmlns:a16="http://schemas.microsoft.com/office/drawing/2014/main" id="{23E7A949-04D6-4A42-8C28-C3C4F989C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968" y="6484366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000">
                <a:latin typeface="Aptos Light" panose="020B00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10">
            <a:extLst>
              <a:ext uri="{FF2B5EF4-FFF2-40B4-BE49-F238E27FC236}">
                <a16:creationId xmlns:a16="http://schemas.microsoft.com/office/drawing/2014/main" id="{76A1F55E-FB4E-B393-2CD1-6A01B169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67191" y="64692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  <a:latin typeface="Aptos Light" panose="020B0004020202020204" pitchFamily="34" charset="0"/>
              </a:defRPr>
            </a:lvl1pPr>
          </a:lstStyle>
          <a:p>
            <a:fld id="{16A88250-4A72-4719-B696-DC572B6C1A1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59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4" r:id="rId3"/>
    <p:sldLayoutId id="2147483700" r:id="rId4"/>
    <p:sldLayoutId id="2147483650" r:id="rId5"/>
    <p:sldLayoutId id="2147483685" r:id="rId6"/>
    <p:sldLayoutId id="2147483707" r:id="rId7"/>
    <p:sldLayoutId id="2147483708" r:id="rId8"/>
    <p:sldLayoutId id="2147483709" r:id="rId9"/>
    <p:sldLayoutId id="214748371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43882"/>
          </a:solidFill>
          <a:latin typeface="Calibri bold" panose="020F0702030404030204" pitchFamily="34" charset="0"/>
          <a:ea typeface="Calibri bold" panose="020F0702030404030204" pitchFamily="34" charset="0"/>
          <a:cs typeface="Calibri bold" panose="020F07020304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cfa10e-8765-43c3-9026-2fd25141b05d">
      <Terms xmlns="http://schemas.microsoft.com/office/infopath/2007/PartnerControls"/>
    </lcf76f155ced4ddcb4097134ff3c332f>
    <TaxCatchAll xmlns="c7aa5a6d-3e37-4f9a-ae9d-352831a055a1" xsi:nil="true"/>
    <Mois_x002f_Ann_x00e9_e xmlns="d8cfa10e-8765-43c3-9026-2fd25141b0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4F0C54215C349ACC0F1A2F7E2EC94" ma:contentTypeVersion="15" ma:contentTypeDescription="Crée un document." ma:contentTypeScope="" ma:versionID="a2aab164954be6012a0bd194ed65cd44">
  <xsd:schema xmlns:xsd="http://www.w3.org/2001/XMLSchema" xmlns:xs="http://www.w3.org/2001/XMLSchema" xmlns:p="http://schemas.microsoft.com/office/2006/metadata/properties" xmlns:ns2="d8cfa10e-8765-43c3-9026-2fd25141b05d" xmlns:ns3="c7aa5a6d-3e37-4f9a-ae9d-352831a055a1" targetNamespace="http://schemas.microsoft.com/office/2006/metadata/properties" ma:root="true" ma:fieldsID="f60619ca1f4ef8543351861acfd8acb5" ns2:_="" ns3:_="">
    <xsd:import namespace="d8cfa10e-8765-43c3-9026-2fd25141b05d"/>
    <xsd:import namespace="c7aa5a6d-3e37-4f9a-ae9d-352831a055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ois_x002f_Ann_x00e9_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cfa10e-8765-43c3-9026-2fd25141b0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07e7dd8e-940f-49e3-9858-e3dd17596c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ois_x002f_Ann_x00e9_e" ma:index="22" nillable="true" ma:displayName="Mois/Année" ma:format="Dropdown" ma:internalName="Mois_x002f_Ann_x00e9_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a5a6d-3e37-4f9a-ae9d-352831a055a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fc20eed-7b9a-476e-b579-701e9687174a}" ma:internalName="TaxCatchAll" ma:showField="CatchAllData" ma:web="c7aa5a6d-3e37-4f9a-ae9d-352831a055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8594E9-77AB-4F35-99A2-A20A0BF9BB61}">
  <ds:schemaRefs>
    <ds:schemaRef ds:uri="c7aa5a6d-3e37-4f9a-ae9d-352831a055a1"/>
    <ds:schemaRef ds:uri="http://schemas.microsoft.com/office/2006/metadata/properties"/>
    <ds:schemaRef ds:uri="http://purl.org/dc/elements/1.1/"/>
    <ds:schemaRef ds:uri="d8cfa10e-8765-43c3-9026-2fd25141b05d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595EAEC-7F91-419F-ABD9-843E811435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2DEFB4-C05D-4150-A525-F265A4F092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cfa10e-8765-43c3-9026-2fd25141b05d"/>
    <ds:schemaRef ds:uri="c7aa5a6d-3e37-4f9a-ae9d-352831a055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58464</TotalTime>
  <Words>2681</Words>
  <Application>Microsoft Office PowerPoint</Application>
  <PresentationFormat>Grand écran</PresentationFormat>
  <Paragraphs>569</Paragraphs>
  <Slides>57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66" baseType="lpstr">
      <vt:lpstr>Aptos</vt:lpstr>
      <vt:lpstr>Aptos Light</vt:lpstr>
      <vt:lpstr>Arial</vt:lpstr>
      <vt:lpstr>Calibri</vt:lpstr>
      <vt:lpstr>Calibri bold</vt:lpstr>
      <vt:lpstr>Calibri Light</vt:lpstr>
      <vt:lpstr>DS Automobiles Office</vt:lpstr>
      <vt:lpstr>Wingdings</vt:lpstr>
      <vt:lpstr>Office Theme</vt:lpstr>
      <vt:lpstr>Présentation PowerPoint</vt:lpstr>
      <vt:lpstr>Agenda</vt:lpstr>
      <vt:lpstr>Global Overview</vt:lpstr>
      <vt:lpstr>Global Leads by brand / Q3 Vs YoY</vt:lpstr>
      <vt:lpstr>Global Leads by brand / Q3 Vs QoQ</vt:lpstr>
      <vt:lpstr>Global leads by Month</vt:lpstr>
      <vt:lpstr>Global NC leads by Month</vt:lpstr>
      <vt:lpstr>Global NC leads by Month xP brand</vt:lpstr>
      <vt:lpstr>Global NC leads by Month xF brand</vt:lpstr>
      <vt:lpstr>Global NC leads by Month</vt:lpstr>
      <vt:lpstr>Leads by Purchase Project: Q3-2026 for xP </vt:lpstr>
      <vt:lpstr>Leads by Purchase Project: Q3-2026 for xF </vt:lpstr>
      <vt:lpstr>Traffic &amp; leads Overview Q3-2026</vt:lpstr>
      <vt:lpstr>Agenda</vt:lpstr>
      <vt:lpstr>SALES PERFORMANCE</vt:lpstr>
      <vt:lpstr>SALES PERFORMANCE</vt:lpstr>
      <vt:lpstr>SALES PERFORMANCE: leads VN xP autobiz</vt:lpstr>
      <vt:lpstr>SALES PERFORMANCE: leads VN xF autobiz</vt:lpstr>
      <vt:lpstr>SALES PERFORMANCE: additional business</vt:lpstr>
      <vt:lpstr>Agenda</vt:lpstr>
      <vt:lpstr>Traffic DEEP DIVE</vt:lpstr>
      <vt:lpstr>LEAD DEEP DIVE</vt:lpstr>
      <vt:lpstr>LEAD DEEP DIVE</vt:lpstr>
      <vt:lpstr>Traffic DEEP DIVE</vt:lpstr>
      <vt:lpstr>LEAD DEEP DIVE</vt:lpstr>
      <vt:lpstr>LEAD DEEP DIVE</vt:lpstr>
      <vt:lpstr>Traffic DEEP DIVE</vt:lpstr>
      <vt:lpstr>LEAD DEEP DIVE</vt:lpstr>
      <vt:lpstr>LEAD DEEP DIVE</vt:lpstr>
      <vt:lpstr>Traffic DEEP DIVE</vt:lpstr>
      <vt:lpstr>LEAD DEEP DIVE</vt:lpstr>
      <vt:lpstr>LEAD DEEP DIVE</vt:lpstr>
      <vt:lpstr>Traffic DEEP DIVE</vt:lpstr>
      <vt:lpstr>LEAD DEEP DIVE</vt:lpstr>
      <vt:lpstr>Traffic DEEP DIVE</vt:lpstr>
      <vt:lpstr>LEAD DEEP DIVE</vt:lpstr>
      <vt:lpstr>Traffic DEEP DIVE</vt:lpstr>
      <vt:lpstr>LEAD DEEP DIVE</vt:lpstr>
      <vt:lpstr>LEAD DEEP DIVE</vt:lpstr>
      <vt:lpstr>Traffic DEEP DIVE</vt:lpstr>
      <vt:lpstr>LEAD DEEP DIVE</vt:lpstr>
      <vt:lpstr>LEAD DEEP DIVE</vt:lpstr>
      <vt:lpstr>LEAD DEEP DIVE</vt:lpstr>
      <vt:lpstr>Traffic DEEP DIVE</vt:lpstr>
      <vt:lpstr>LEAD DEEP DIVE</vt:lpstr>
      <vt:lpstr>LEAD DEEP DIVE</vt:lpstr>
      <vt:lpstr>Traffic DEEP DIVE</vt:lpstr>
      <vt:lpstr>LEAD DEEP DIVE</vt:lpstr>
      <vt:lpstr>Traffic DEEP DIVE</vt:lpstr>
      <vt:lpstr>LEAD DEEP DIVE</vt:lpstr>
      <vt:lpstr>Agenda</vt:lpstr>
      <vt:lpstr>VISIBILITY improvement:</vt:lpstr>
      <vt:lpstr>Agenda</vt:lpstr>
      <vt:lpstr>NEXT STEPS</vt:lpstr>
      <vt:lpstr>Agenda</vt:lpstr>
      <vt:lpstr>Q/A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Sébastien VAUCELLE</dc:creator>
  <cp:lastModifiedBy>Brahim MOUMNI</cp:lastModifiedBy>
  <cp:revision>47</cp:revision>
  <cp:lastPrinted>2026-04-15T15:23:41Z</cp:lastPrinted>
  <dcterms:created xsi:type="dcterms:W3CDTF">2019-05-07T08:31:34Z</dcterms:created>
  <dcterms:modified xsi:type="dcterms:W3CDTF">2026-10-10T06:59:11Z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0x0101004AB4F0C54215C349ACC0F1A2F7E2EC94</vt:lpwstr>
  </property>
  <property fmtid="{D5CDD505-2E9C-101B-9397-08002B2CF9AE}" pid="3" name="MediaServiceImageTags">
    <vt:lpwstr/>
  </property>
</Properties>
</file>